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The Adobe Data Collection Delivery Suite — six Claude Code skills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they are.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Why. Manual Adobe delivery is slow, inconsistent, hard to QA, poorly documented — the skills automate and standardize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 add. Reusable IP &amp; speed; consistency &amp; governance; a quality floor &amp; defensible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savings. Illustrative estimates — a multi-week manual engagement compressed to days. Not measured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diagram. One pipeline,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they deliver. Build artifacts (SDR/XDM, live property) plus Assure artifacts (audit deck + workbook, reconciliation workbook,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Audit finds it; reconciliation decides it. Scott Tavares contact.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