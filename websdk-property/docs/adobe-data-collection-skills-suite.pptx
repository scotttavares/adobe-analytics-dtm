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9" r:id="rId7"/>
    <p:sldId id="300" r:id="rId4"/>
    <p:sldId id="301" r:id="rId5"/>
    <p:sldId id="260" r:id="rId8"/>
    <p:sldId id="287" r:id="rId27"/>
    <p:sldId id="294" r:id="rId33"/>
    <p:sldId id="296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5706" autoAdjust="0"/>
  </p:normalViewPr>
  <p:slideViewPr>
    <p:cSldViewPr snapToGrid="0" snapToObjects="1">
      <p:cViewPr varScale="1">
        <p:scale>
          <a:sx n="49" d="100"/>
          <a:sy n="49" d="100"/>
        </p:scale>
        <p:origin x="96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2.xml"/><Relationship Id="rId8" Type="http://schemas.openxmlformats.org/officeDocument/2006/relationships/slide" Target="slides/slide5.xml"/><Relationship Id="rId27" Type="http://schemas.openxmlformats.org/officeDocument/2006/relationships/slide" Target="slides/slide6.xml"/><Relationship Id="rId33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Tavares" userId="64fa4b0e-5e10-4d25-bb9b-ad35997687ce" providerId="ADAL" clId="{3007A28F-8D06-469F-987C-A5228DD578DA}"/>
    <pc:docChg chg="undo custSel modSld">
      <pc:chgData name="Scott Tavares" userId="64fa4b0e-5e10-4d25-bb9b-ad35997687ce" providerId="ADAL" clId="{3007A28F-8D06-469F-987C-A5228DD578DA}" dt="2026-07-28T17:19:55.364" v="322" actId="20577"/>
      <pc:docMkLst>
        <pc:docMk/>
      </pc:docMkLst>
      <pc:sldChg chg="modNotesTx">
        <pc:chgData name="Scott Tavares" userId="64fa4b0e-5e10-4d25-bb9b-ad35997687ce" providerId="ADAL" clId="{3007A28F-8D06-469F-987C-A5228DD578DA}" dt="2026-07-28T17:19:55.364" v="322" actId="20577"/>
        <pc:sldMkLst>
          <pc:docMk/>
          <pc:sldMk cId="0" sldId="257"/>
        </pc:sldMkLst>
      </pc:sldChg>
      <pc:sldChg chg="modSp mod">
        <pc:chgData name="Scott Tavares" userId="64fa4b0e-5e10-4d25-bb9b-ad35997687ce" providerId="ADAL" clId="{3007A28F-8D06-469F-987C-A5228DD578DA}" dt="2026-07-20T18:56:21.484" v="71" actId="20577"/>
        <pc:sldMkLst>
          <pc:docMk/>
          <pc:sldMk cId="0" sldId="258"/>
        </pc:sldMkLst>
        <pc:spChg chg="mod">
          <ac:chgData name="Scott Tavares" userId="64fa4b0e-5e10-4d25-bb9b-ad35997687ce" providerId="ADAL" clId="{3007A28F-8D06-469F-987C-A5228DD578DA}" dt="2026-07-20T18:56:21.484" v="71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38:30.694" v="0" actId="20577"/>
        <pc:sldMkLst>
          <pc:docMk/>
          <pc:sldMk cId="0" sldId="263"/>
        </pc:sldMkLst>
      </pc:sldChg>
      <pc:sldChg chg="modSp mod modNotesTx">
        <pc:chgData name="Scott Tavares" userId="64fa4b0e-5e10-4d25-bb9b-ad35997687ce" providerId="ADAL" clId="{3007A28F-8D06-469F-987C-A5228DD578DA}" dt="2026-07-20T18:58:11.603" v="96" actId="20577"/>
        <pc:sldMkLst>
          <pc:docMk/>
          <pc:sldMk cId="0" sldId="264"/>
        </pc:sldMkLst>
        <pc:spChg chg="mod">
          <ac:chgData name="Scott Tavares" userId="64fa4b0e-5e10-4d25-bb9b-ad35997687ce" providerId="ADAL" clId="{3007A28F-8D06-469F-987C-A5228DD578DA}" dt="2026-07-20T18:58:11.603" v="96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38:35.353" v="2" actId="20577"/>
        <pc:sldMkLst>
          <pc:docMk/>
          <pc:sldMk cId="0" sldId="265"/>
        </pc:sldMkLst>
      </pc:sldChg>
      <pc:sldChg chg="modSp mod modNotesTx">
        <pc:chgData name="Scott Tavares" userId="64fa4b0e-5e10-4d25-bb9b-ad35997687ce" providerId="ADAL" clId="{3007A28F-8D06-469F-987C-A5228DD578DA}" dt="2026-07-20T19:03:32.216" v="109" actId="20577"/>
        <pc:sldMkLst>
          <pc:docMk/>
          <pc:sldMk cId="0" sldId="266"/>
        </pc:sldMkLst>
        <pc:spChg chg="mod">
          <ac:chgData name="Scott Tavares" userId="64fa4b0e-5e10-4d25-bb9b-ad35997687ce" providerId="ADAL" clId="{3007A28F-8D06-469F-987C-A5228DD578DA}" dt="2026-07-20T19:03:32.216" v="109" actId="20577"/>
          <ac:spMkLst>
            <pc:docMk/>
            <pc:sldMk cId="0" sldId="266"/>
            <ac:spMk id="35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2:58.892" v="106" actId="20577"/>
          <ac:spMkLst>
            <pc:docMk/>
            <pc:sldMk cId="0" sldId="266"/>
            <ac:spMk id="38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38:41.572" v="4" actId="20577"/>
        <pc:sldMkLst>
          <pc:docMk/>
          <pc:sldMk cId="0" sldId="267"/>
        </pc:sldMkLst>
      </pc:sldChg>
      <pc:sldChg chg="modSp mod modNotesTx">
        <pc:chgData name="Scott Tavares" userId="64fa4b0e-5e10-4d25-bb9b-ad35997687ce" providerId="ADAL" clId="{3007A28F-8D06-469F-987C-A5228DD578DA}" dt="2026-07-20T19:04:31.670" v="111" actId="14100"/>
        <pc:sldMkLst>
          <pc:docMk/>
          <pc:sldMk cId="0" sldId="268"/>
        </pc:sldMkLst>
        <pc:spChg chg="mod">
          <ac:chgData name="Scott Tavares" userId="64fa4b0e-5e10-4d25-bb9b-ad35997687ce" providerId="ADAL" clId="{3007A28F-8D06-469F-987C-A5228DD578DA}" dt="2026-07-20T19:04:31.670" v="111" actId="14100"/>
          <ac:spMkLst>
            <pc:docMk/>
            <pc:sldMk cId="0" sldId="268"/>
            <ac:spMk id="29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05:02.972" v="114" actId="20577"/>
        <pc:sldMkLst>
          <pc:docMk/>
          <pc:sldMk cId="0" sldId="269"/>
        </pc:sldMkLst>
        <pc:spChg chg="mod">
          <ac:chgData name="Scott Tavares" userId="64fa4b0e-5e10-4d25-bb9b-ad35997687ce" providerId="ADAL" clId="{3007A28F-8D06-469F-987C-A5228DD578DA}" dt="2026-07-20T19:05:02.972" v="114" actId="20577"/>
          <ac:spMkLst>
            <pc:docMk/>
            <pc:sldMk cId="0" sldId="269"/>
            <ac:spMk id="10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05:40.342" v="131" actId="20577"/>
        <pc:sldMkLst>
          <pc:docMk/>
          <pc:sldMk cId="0" sldId="270"/>
        </pc:sldMkLst>
        <pc:spChg chg="mod">
          <ac:chgData name="Scott Tavares" userId="64fa4b0e-5e10-4d25-bb9b-ad35997687ce" providerId="ADAL" clId="{3007A28F-8D06-469F-987C-A5228DD578DA}" dt="2026-07-20T19:05:40.342" v="131" actId="20577"/>
          <ac:spMkLst>
            <pc:docMk/>
            <pc:sldMk cId="0" sldId="270"/>
            <ac:spMk id="21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06:30.400" v="157" actId="20577"/>
        <pc:sldMkLst>
          <pc:docMk/>
          <pc:sldMk cId="0" sldId="271"/>
        </pc:sldMkLst>
        <pc:spChg chg="mod">
          <ac:chgData name="Scott Tavares" userId="64fa4b0e-5e10-4d25-bb9b-ad35997687ce" providerId="ADAL" clId="{3007A28F-8D06-469F-987C-A5228DD578DA}" dt="2026-07-20T19:06:30.400" v="157" actId="20577"/>
          <ac:spMkLst>
            <pc:docMk/>
            <pc:sldMk cId="0" sldId="271"/>
            <ac:spMk id="26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40:58.869" v="10" actId="20577"/>
        <pc:sldMkLst>
          <pc:docMk/>
          <pc:sldMk cId="0" sldId="272"/>
        </pc:sldMkLst>
      </pc:sldChg>
      <pc:sldChg chg="modNotesTx">
        <pc:chgData name="Scott Tavares" userId="64fa4b0e-5e10-4d25-bb9b-ad35997687ce" providerId="ADAL" clId="{3007A28F-8D06-469F-987C-A5228DD578DA}" dt="2026-07-20T18:42:14.634" v="17" actId="20577"/>
        <pc:sldMkLst>
          <pc:docMk/>
          <pc:sldMk cId="0" sldId="274"/>
        </pc:sldMkLst>
      </pc:sldChg>
      <pc:sldChg chg="modSp mod modNotesTx">
        <pc:chgData name="Scott Tavares" userId="64fa4b0e-5e10-4d25-bb9b-ad35997687ce" providerId="ADAL" clId="{3007A28F-8D06-469F-987C-A5228DD578DA}" dt="2026-07-20T19:08:06.641" v="207" actId="1035"/>
        <pc:sldMkLst>
          <pc:docMk/>
          <pc:sldMk cId="0" sldId="275"/>
        </pc:sldMkLst>
        <pc:spChg chg="mod">
          <ac:chgData name="Scott Tavares" userId="64fa4b0e-5e10-4d25-bb9b-ad35997687ce" providerId="ADAL" clId="{3007A28F-8D06-469F-987C-A5228DD578DA}" dt="2026-07-20T19:07:12.566" v="159" actId="14100"/>
          <ac:spMkLst>
            <pc:docMk/>
            <pc:sldMk cId="0" sldId="275"/>
            <ac:spMk id="17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7:56.689" v="187" actId="20577"/>
          <ac:spMkLst>
            <pc:docMk/>
            <pc:sldMk cId="0" sldId="275"/>
            <ac:spMk id="19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8:06.641" v="207" actId="1035"/>
          <ac:spMkLst>
            <pc:docMk/>
            <pc:sldMk cId="0" sldId="275"/>
            <ac:spMk id="20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45:14.874" v="50" actId="20577"/>
        <pc:sldMkLst>
          <pc:docMk/>
          <pc:sldMk cId="0" sldId="277"/>
        </pc:sldMkLst>
      </pc:sldChg>
      <pc:sldChg chg="modNotesTx">
        <pc:chgData name="Scott Tavares" userId="64fa4b0e-5e10-4d25-bb9b-ad35997687ce" providerId="ADAL" clId="{3007A28F-8D06-469F-987C-A5228DD578DA}" dt="2026-07-20T18:45:22.367" v="51" actId="20577"/>
        <pc:sldMkLst>
          <pc:docMk/>
          <pc:sldMk cId="0" sldId="280"/>
        </pc:sldMkLst>
      </pc:sldChg>
      <pc:sldChg chg="modNotesTx">
        <pc:chgData name="Scott Tavares" userId="64fa4b0e-5e10-4d25-bb9b-ad35997687ce" providerId="ADAL" clId="{3007A28F-8D06-469F-987C-A5228DD578DA}" dt="2026-07-20T18:45:51.767" v="52" actId="20577"/>
        <pc:sldMkLst>
          <pc:docMk/>
          <pc:sldMk cId="0" sldId="281"/>
        </pc:sldMkLst>
      </pc:sldChg>
      <pc:sldChg chg="modNotesTx">
        <pc:chgData name="Scott Tavares" userId="64fa4b0e-5e10-4d25-bb9b-ad35997687ce" providerId="ADAL" clId="{3007A28F-8D06-469F-987C-A5228DD578DA}" dt="2026-07-20T18:48:54.229" v="62" actId="20577"/>
        <pc:sldMkLst>
          <pc:docMk/>
          <pc:sldMk cId="0" sldId="287"/>
        </pc:sldMkLst>
      </pc:sldChg>
      <pc:sldChg chg="addSp modSp mod modNotesTx">
        <pc:chgData name="Scott Tavares" userId="64fa4b0e-5e10-4d25-bb9b-ad35997687ce" providerId="ADAL" clId="{3007A28F-8D06-469F-987C-A5228DD578DA}" dt="2026-07-20T19:09:56.185" v="248" actId="164"/>
        <pc:sldMkLst>
          <pc:docMk/>
          <pc:sldMk cId="0" sldId="288"/>
        </pc:sldMkLst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5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6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8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9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0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1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2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4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5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6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10:44.453" v="255" actId="20577"/>
        <pc:sldMkLst>
          <pc:docMk/>
          <pc:sldMk cId="0" sldId="290"/>
        </pc:sldMkLst>
        <pc:spChg chg="mod">
          <ac:chgData name="Scott Tavares" userId="64fa4b0e-5e10-4d25-bb9b-ad35997687ce" providerId="ADAL" clId="{3007A28F-8D06-469F-987C-A5228DD578DA}" dt="2026-07-20T19:10:44.453" v="255" actId="20577"/>
          <ac:spMkLst>
            <pc:docMk/>
            <pc:sldMk cId="0" sldId="290"/>
            <ac:spMk id="402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11:19.142" v="265" actId="1035"/>
        <pc:sldMkLst>
          <pc:docMk/>
          <pc:sldMk cId="0" sldId="292"/>
        </pc:sldMkLst>
        <pc:spChg chg="mod">
          <ac:chgData name="Scott Tavares" userId="64fa4b0e-5e10-4d25-bb9b-ad35997687ce" providerId="ADAL" clId="{3007A28F-8D06-469F-987C-A5228DD578DA}" dt="2026-07-20T19:11:19.142" v="265" actId="1035"/>
          <ac:spMkLst>
            <pc:docMk/>
            <pc:sldMk cId="0" sldId="292"/>
            <ac:spMk id="10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51:25.583" v="69" actId="20577"/>
        <pc:sldMkLst>
          <pc:docMk/>
          <pc:sldMk cId="0" sldId="29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48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The Adobe Data Collection Delivery Suite — six Claude Code skills that take a site from detection to a governed, measured Adobe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they are. Six skills in one pipeline: Tech-Detector, Setup-Plan, Data-Collection-Builder, Property-Creator, Audit-Builder, Data-Reconciliation.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savings. Illustrative estimates: a multi-week manual engagement compressed to days. Labeled as estimates, not measured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diagram. One pipeline in two phases — Build (detect/plan/build/publish) and Assure (audit/reconcile). Every output feeds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they deliver. Build artifacts (SDR, XDM, live property) plus Assure artifacts (audit deck + workbook, reconciliation workbook + decisions email).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41732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SLALOM  ·  ADOBE DELIVERY ACCELERATORS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28346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Adobe Data Collection Delivery Suite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400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E0F5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Six Claude Code skills — from detecting a site's tags to a governed, measured Adobe implementation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40080" y="4297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Detect → Plan → Build → Publish → Audit → Reconcile — one governed pipeline, every output client-ready.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3B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Prepared by Scott Tavares  •  Slalom Client Delivery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0"/>
            <a:ext cx="137160" cy="1371600"/>
          </a:xfrm>
          <a:prstGeom prst="rect">
            <a:avLst/>
          </a:prstGeom>
          <a:solidFill>
            <a:srgbClr val="DEF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0" y="1371600"/>
            <a:ext cx="137160" cy="137160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0" y="4114800"/>
            <a:ext cx="137160" cy="137160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0" y="5486400"/>
            <a:ext cx="137160" cy="137160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SIX SKILLS, ONE DELIVERY PIPELINE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the Skills Are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58368" y="1298448"/>
            <a:ext cx="384048" cy="384048"/>
          </a:xfrm>
          <a:prstGeom prst="ellipse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124358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Tech-Detector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25296" y="149047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Inspects the live site and reports the current martech — tag manager, AppMeasurement vs. Web SDK, Target, ECID, data layer, consent, and the IDs already present.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698480" y="12344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DETECT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" y="179679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1860804"/>
            <a:ext cx="384048" cy="384048"/>
          </a:xfrm>
          <a:prstGeom prst="ellipse">
            <a:avLst/>
          </a:prstGeom>
          <a:solidFill>
            <a:srgbClr val="6B5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25296" y="180594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Setup-Plan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225296" y="205282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Turns a short interview into a governed implementation plan — property strategy, naming, environments, consent, approval gates, phased rollout, and compliance.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698480" y="179679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PLAN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" y="235915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58368" y="2423160"/>
            <a:ext cx="384048" cy="384048"/>
          </a:xfrm>
          <a:prstGeom prst="ellipse">
            <a:avLst/>
          </a:prstGeom>
          <a:solidFill>
            <a:srgbClr val="6B5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25296" y="236829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Data-Collection-Builder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225296" y="261518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Scrapes the site and builds the data-collection spec — the SDR and Web SDK XDM schema, plus a universal set of data elements and rules (page, forms, video, campaigns, links, IDs).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698480" y="23591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BUILD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8640" y="292150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58368" y="2985516"/>
            <a:ext cx="384048" cy="384048"/>
          </a:xfrm>
          <a:prstGeom prst="ellipse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" y="2985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25296" y="293065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Property-Creator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25296" y="317754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Provisions the Adobe Launch property end-to-end via the Reactor API — extensions, data elements, rules, libraries, and the dev → staging → prod publish pipeline with approval gates and rollback.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698480" y="292150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PUBLISH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8640" y="348386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8368" y="3547872"/>
            <a:ext cx="384048" cy="384048"/>
          </a:xfrm>
          <a:prstGeom prst="ellipse">
            <a:avLst/>
          </a:prstGeom>
          <a:solidFill>
            <a:srgbClr val="6B5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8368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25296" y="34930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Audit-Builder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225296" y="373989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Audits the live configuration for the issues that matter — double-counting, environment separation, identity, consent, PII — and produces a findings deck and an audit workbook, every claim sourced.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698480" y="348386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AUDIT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8640" y="404622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58368" y="4110228"/>
            <a:ext cx="384048" cy="384048"/>
          </a:xfrm>
          <a:prstGeom prst="ellipse">
            <a:avLst/>
          </a:prstGeom>
          <a:solidFill>
            <a:srgbClr val="6B5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58368" y="4110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225296" y="405536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Data-Reconciliation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225296" y="430225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Reconciles the report suite's variables against what the property actually collects, classifies each into one honest status, and produces the reconciliation workbook and a client decisions email.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98480" y="40462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50" dirty="0">
                <a:solidFill>
                  <a:srgbClr val="66666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RECONCILE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© Slalom. All Rights Reserved. Proprietary and Confidential.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WHY WE USE THEM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Why the Skills Exist</a:t>
            </a:r>
            <a:endParaRPr lang="en-US" sz="2500" dirty="0"/>
          </a:p>
        </p:txBody>
      </p:sp>
      <p:sp>
        <p:nvSpPr>
          <p:cNvPr id="100" name="Card"/>
          <p:cNvSpPr/>
          <p:nvPr/>
        </p:nvSpPr>
        <p:spPr>
          <a:xfrm>
            <a:off x="548640" y="1200000"/>
            <a:ext cx="11064240" cy="15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Caption"/>
          <p:cNvSpPr/>
          <p:nvPr/>
        </p:nvSpPr>
        <p:spPr>
          <a:xfrm>
            <a:off x="777240" y="138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PROBLEM WITH MANUAL DELIVERY</a:t>
            </a:r>
            <a:endParaRPr lang="en-US" sz="1200" dirty="0"/>
          </a:p>
        </p:txBody>
      </p:sp>
      <p:sp>
        <p:nvSpPr>
          <p:cNvPr id="102" name="Body"/>
          <p:cNvSpPr/>
          <p:nvPr/>
        </p:nvSpPr>
        <p:spPr>
          <a:xfrm>
            <a:off x="777240" y="1702920"/>
            <a:ext cx="10607040" cy="9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Adobe implementations are built by hand — clicking through Launch, hand-writing SDRs, eyeballing configs. It's slow, inconsistent between consultants, hard to QA, and rarely documented well enough to defend or repeat.</a:t>
            </a:r>
            <a:endParaRPr lang="en-US" sz="1150" dirty="0"/>
          </a:p>
        </p:txBody>
      </p:sp>
      <p:sp>
        <p:nvSpPr>
          <p:cNvPr id="110" name="Card"/>
          <p:cNvSpPr/>
          <p:nvPr/>
        </p:nvSpPr>
        <p:spPr>
          <a:xfrm>
            <a:off x="548640" y="2850000"/>
            <a:ext cx="11064240" cy="15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Caption"/>
          <p:cNvSpPr/>
          <p:nvPr/>
        </p:nvSpPr>
        <p:spPr>
          <a:xfrm>
            <a:off x="777240" y="303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C62F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THAT COSTS</a:t>
            </a:r>
            <a:endParaRPr lang="en-US" sz="1200" dirty="0"/>
          </a:p>
        </p:txBody>
      </p:sp>
      <p:sp>
        <p:nvSpPr>
          <p:cNvPr id="112" name="Body"/>
          <p:cNvSpPr/>
          <p:nvPr/>
        </p:nvSpPr>
        <p:spPr>
          <a:xfrm>
            <a:off x="777240" y="3352920"/>
            <a:ext cx="10607040" cy="9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Weeks of senior time on repetitive setup; errors that surface late — double-counting, broken identity, missed variables; and deliverables whose quality depends on who happened to build them.</a:t>
            </a:r>
            <a:endParaRPr lang="en-US" sz="1150" dirty="0"/>
          </a:p>
        </p:txBody>
      </p:sp>
      <p:sp>
        <p:nvSpPr>
          <p:cNvPr id="120" name="Card"/>
          <p:cNvSpPr/>
          <p:nvPr/>
        </p:nvSpPr>
        <p:spPr>
          <a:xfrm>
            <a:off x="548640" y="4500000"/>
            <a:ext cx="11064240" cy="18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Caption"/>
          <p:cNvSpPr/>
          <p:nvPr/>
        </p:nvSpPr>
        <p:spPr>
          <a:xfrm>
            <a:off x="777240" y="468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THE SKILLS CHANGE</a:t>
            </a:r>
            <a:endParaRPr lang="en-US" sz="1200" dirty="0"/>
          </a:p>
        </p:txBody>
      </p:sp>
      <p:sp>
        <p:nvSpPr>
          <p:cNvPr id="122" name="Body"/>
          <p:cNvSpPr/>
          <p:nvPr/>
        </p:nvSpPr>
        <p:spPr>
          <a:xfrm>
            <a:off x="777240" y="5002920"/>
            <a:ext cx="10607040" cy="12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repetitive, error-prone work is automated and standardized. Every stage produces a client-ready artifact from live data, the same way every time — so consultants spend their hours on judgment and client decisions.</a:t>
            </a:r>
            <a:endParaRPr lang="en-US" sz="1150" dirty="0"/>
          </a:p>
        </p:txBody>
      </p:sp>
      <p:sp>
        <p:nvSpPr>
          <p:cNvPr id="200" name="Shape Bar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Bar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Bar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Bar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Bar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Copyrigh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© Slalom. All Rights Reserved. Proprietary and Confidential.</a:t>
            </a:r>
          </a:p>
        </p:txBody>
      </p:sp>
      <p:sp>
        <p:nvSpPr>
          <p:cNvPr id="206" name="Text PageNum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YOU GET FROM THEM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Value Add</a:t>
            </a:r>
            <a:endParaRPr lang="en-US" sz="2500" dirty="0"/>
          </a:p>
        </p:txBody>
      </p:sp>
      <p:sp>
        <p:nvSpPr>
          <p:cNvPr id="100" name="Card"/>
          <p:cNvSpPr/>
          <p:nvPr/>
        </p:nvSpPr>
        <p:spPr>
          <a:xfrm>
            <a:off x="548640" y="1200000"/>
            <a:ext cx="11064240" cy="17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Caption"/>
          <p:cNvSpPr/>
          <p:nvPr/>
        </p:nvSpPr>
        <p:spPr>
          <a:xfrm>
            <a:off x="1783080" y="138288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C62F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REUSABLE IP &amp; SPEED</a:t>
            </a:r>
            <a:endParaRPr lang="en-US" sz="1200" dirty="0"/>
          </a:p>
        </p:txBody>
      </p:sp>
      <p:sp>
        <p:nvSpPr>
          <p:cNvPr id="102" name="Body"/>
          <p:cNvSpPr/>
          <p:nvPr/>
        </p:nvSpPr>
        <p:spPr>
          <a:xfrm>
            <a:off x="1783080" y="1702920"/>
            <a:ext cx="6537960" cy="10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0">
              <a:lnSpc>
                <a:spcPct val="112000"/>
              </a:lnSpc>
              <a:spcBef>
                <a:spcPts val="55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one-off engagement becomes a repeatable asset. What took weeks of manual setup runs in hours; the next client reuses the same accelerators instead of starting over.</a:t>
            </a:r>
          </a:p>
        </p:txBody>
      </p:sp>
      <p:sp>
        <p:nvSpPr>
          <p:cNvPr id="110" name="Card"/>
          <p:cNvSpPr/>
          <p:nvPr/>
        </p:nvSpPr>
        <p:spPr>
          <a:xfrm>
            <a:off x="548640" y="3050000"/>
            <a:ext cx="11064240" cy="16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Caption"/>
          <p:cNvSpPr/>
          <p:nvPr/>
        </p:nvSpPr>
        <p:spPr>
          <a:xfrm>
            <a:off x="1783080" y="323288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CONSISTENCY &amp; GOVERNANCE</a:t>
            </a:r>
            <a:endParaRPr lang="en-US" sz="1200" dirty="0"/>
          </a:p>
        </p:txBody>
      </p:sp>
      <p:sp>
        <p:nvSpPr>
          <p:cNvPr id="112" name="Body"/>
          <p:cNvSpPr/>
          <p:nvPr/>
        </p:nvSpPr>
        <p:spPr>
          <a:xfrm>
            <a:off x="1783080" y="3552920"/>
            <a:ext cx="6537960" cy="10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0">
              <a:lnSpc>
                <a:spcPct val="112000"/>
              </a:lnSpc>
              <a:spcBef>
                <a:spcPts val="55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same standards, naming, and quality bar on every engagement — with approval gates, rollback, and human sign-off built into the build and publish stages, not bolted on after.</a:t>
            </a:r>
          </a:p>
        </p:txBody>
      </p:sp>
      <p:sp>
        <p:nvSpPr>
          <p:cNvPr id="120" name="Card"/>
          <p:cNvSpPr/>
          <p:nvPr/>
        </p:nvSpPr>
        <p:spPr>
          <a:xfrm>
            <a:off x="548640" y="4800000"/>
            <a:ext cx="11064240" cy="15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Caption"/>
          <p:cNvSpPr/>
          <p:nvPr/>
        </p:nvSpPr>
        <p:spPr>
          <a:xfrm>
            <a:off x="1783080" y="498288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QUALITY FLOOR &amp; EVIDENCE</a:t>
            </a:r>
            <a:endParaRPr lang="en-US" sz="1200" dirty="0"/>
          </a:p>
        </p:txBody>
      </p:sp>
      <p:sp>
        <p:nvSpPr>
          <p:cNvPr id="122" name="Body"/>
          <p:cNvSpPr/>
          <p:nvPr/>
        </p:nvSpPr>
        <p:spPr>
          <a:xfrm>
            <a:off x="1783080" y="5302920"/>
            <a:ext cx="6537960" cy="9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0">
              <a:lnSpc>
                <a:spcPct val="112000"/>
              </a:lnSpc>
              <a:spcBef>
                <a:spcPts val="55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Junior consultants ship senior-quality output. Every finding and recommendation is sourced from live configuration — capturable, repeatable, and defensible to a skeptical client.</a:t>
            </a:r>
          </a:p>
        </p:txBody>
      </p:sp>
      <p:sp>
        <p:nvSpPr>
          <p:cNvPr id="200" name="Shape Bar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Bar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Bar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Bar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Bar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Copyrigh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© Slalom. All Rights Reserved. Proprietary and Confidential.</a:t>
            </a:r>
          </a:p>
        </p:txBody>
      </p:sp>
      <p:sp>
        <p:nvSpPr>
          <p:cNvPr id="206" name="Text PageNum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207" name="Oval 206"/>
          <p:cNvSpPr/>
          <p:nvPr/>
        </p:nvSpPr>
        <p:spPr>
          <a:xfrm>
            <a:off x="777240" y="1682496"/>
            <a:ext cx="777240" cy="777240"/>
          </a:xfrm>
          <a:prstGeom prst="ellipse">
            <a:avLst/>
          </a:prstGeom>
          <a:solidFill>
            <a:srgbClr val="002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8" name="Picture 207" descr="icon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19" y="1857375"/>
            <a:ext cx="427482" cy="427482"/>
          </a:xfrm>
          <a:prstGeom prst="rect">
            <a:avLst/>
          </a:prstGeom>
        </p:spPr>
      </p:pic>
      <p:sp>
        <p:nvSpPr>
          <p:cNvPr id="209" name="Rounded Rectangle 208"/>
          <p:cNvSpPr/>
          <p:nvPr/>
        </p:nvSpPr>
        <p:spPr>
          <a:xfrm>
            <a:off x="8686800" y="1659636"/>
            <a:ext cx="2788920" cy="822960"/>
          </a:xfrm>
          <a:prstGeom prst="roundRect">
            <a:avLst>
              <a:gd name="adj" fmla="val 22000"/>
            </a:avLst>
          </a:prstGeom>
          <a:solidFill>
            <a:srgbClr val="002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Faster delivery</a:t>
            </a:r>
          </a:p>
        </p:txBody>
      </p:sp>
      <p:sp>
        <p:nvSpPr>
          <p:cNvPr id="210" name="Oval 209"/>
          <p:cNvSpPr/>
          <p:nvPr/>
        </p:nvSpPr>
        <p:spPr>
          <a:xfrm>
            <a:off x="777240" y="3488436"/>
            <a:ext cx="777240" cy="777240"/>
          </a:xfrm>
          <a:prstGeom prst="ellipse">
            <a:avLst/>
          </a:prstGeom>
          <a:solidFill>
            <a:srgbClr val="0C6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1" name="Picture 210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19" y="3663314"/>
            <a:ext cx="427482" cy="427482"/>
          </a:xfrm>
          <a:prstGeom prst="rect">
            <a:avLst/>
          </a:prstGeom>
        </p:spPr>
      </p:pic>
      <p:sp>
        <p:nvSpPr>
          <p:cNvPr id="212" name="Rounded Rectangle 211"/>
          <p:cNvSpPr/>
          <p:nvPr/>
        </p:nvSpPr>
        <p:spPr>
          <a:xfrm>
            <a:off x="8686800" y="3465576"/>
            <a:ext cx="2788920" cy="822960"/>
          </a:xfrm>
          <a:prstGeom prst="roundRect">
            <a:avLst>
              <a:gd name="adj" fmla="val 22000"/>
            </a:avLst>
          </a:prstGeom>
          <a:solidFill>
            <a:srgbClr val="0C6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Consistent &amp; governed</a:t>
            </a:r>
          </a:p>
        </p:txBody>
      </p:sp>
      <p:sp>
        <p:nvSpPr>
          <p:cNvPr id="213" name="Oval 212"/>
          <p:cNvSpPr/>
          <p:nvPr/>
        </p:nvSpPr>
        <p:spPr>
          <a:xfrm>
            <a:off x="777240" y="5189220"/>
            <a:ext cx="777240" cy="777240"/>
          </a:xfrm>
          <a:prstGeom prst="ellipse">
            <a:avLst/>
          </a:prstGeom>
          <a:solidFill>
            <a:srgbClr val="0E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" name="Picture 213" descr="icon_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119" y="5364099"/>
            <a:ext cx="427482" cy="427482"/>
          </a:xfrm>
          <a:prstGeom prst="rect">
            <a:avLst/>
          </a:prstGeom>
        </p:spPr>
      </p:pic>
      <p:sp>
        <p:nvSpPr>
          <p:cNvPr id="215" name="Rounded Rectangle 214"/>
          <p:cNvSpPr/>
          <p:nvPr/>
        </p:nvSpPr>
        <p:spPr>
          <a:xfrm>
            <a:off x="8686800" y="5166360"/>
            <a:ext cx="2788920" cy="822960"/>
          </a:xfrm>
          <a:prstGeom prst="roundRect">
            <a:avLst>
              <a:gd name="adj" fmla="val 22000"/>
            </a:avLst>
          </a:prstGeom>
          <a:solidFill>
            <a:srgbClr val="0E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Defensible &amp; repeatable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4173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Time Savings — Weeks to Days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548640" y="11887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Illustrative effort for a typical mid-size Adobe migration — manual delivery vs. the skills. The point isn't the exact hours; it's where senior time goes.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17830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≈ 3–5× FASTER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2860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48640" y="228600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3152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MANUAL WAY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29672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97280" y="2834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Current-state audit — 2–3 days clicking through Launch + captures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" y="34701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97280" y="3337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SDR + XDM authored by hand — 1–2 weeks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1520" y="39730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97280" y="3840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Property provisioning in the UI — 3–5 days, error-prone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31520" y="44759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097280" y="43434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Reconciliation by hand — a full day of cross-referencing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63640" y="22860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63640" y="228600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0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44652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WITH THE SKILLS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46520" y="29672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12280" y="2834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Detect + audit — under half a day, sourced from live config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46520" y="34701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812280" y="3337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SDR + XDM generated — about a day, universal patterns built in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46520" y="39730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812280" y="3840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Provisioning via Reactor API — minutes, idempotent, with rollback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46520" y="44759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812280" y="43434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Reconciliation — 1–2 hours, a reviewed draft, not a hand-build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82412"/>
            <a:ext cx="320040" cy="32004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88720" y="5285232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2FA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Net effect: </a:t>
            </a: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multi-week manual engagement compressed to a handful of days — and the time that's left goes to judgment and client decisions, not repetitive setup.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© Slalom. All Rights Reserved. Proprietary and Confidential.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pic>
        <p:nvPicPr>
          <p:cNvPr id="100" name="Checkmark 10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2996100"/>
            <a:ext cx="180000" cy="180000"/>
          </a:xfrm>
          <a:prstGeom prst="rect">
            <a:avLst/>
          </a:prstGeom>
        </p:spPr>
      </p:pic>
      <p:pic>
        <p:nvPicPr>
          <p:cNvPr id="101" name="Checkmark 10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3499020"/>
            <a:ext cx="180000" cy="180000"/>
          </a:xfrm>
          <a:prstGeom prst="rect">
            <a:avLst/>
          </a:prstGeom>
        </p:spPr>
      </p:pic>
      <p:pic>
        <p:nvPicPr>
          <p:cNvPr id="102" name="Checkmark 10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4001940"/>
            <a:ext cx="180000" cy="180000"/>
          </a:xfrm>
          <a:prstGeom prst="rect">
            <a:avLst/>
          </a:prstGeom>
        </p:spPr>
      </p:pic>
      <p:pic>
        <p:nvPicPr>
          <p:cNvPr id="103" name="Checkmark 10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4504860"/>
            <a:ext cx="180000" cy="180000"/>
          </a:xfrm>
          <a:prstGeom prst="rect">
            <a:avLst/>
          </a:prstGeom>
        </p:spPr>
      </p:pic>
      <p:pic>
        <p:nvPicPr>
          <p:cNvPr id="104" name="Checkmark 10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2996100"/>
            <a:ext cx="180000" cy="180000"/>
          </a:xfrm>
          <a:prstGeom prst="rect">
            <a:avLst/>
          </a:prstGeom>
        </p:spPr>
      </p:pic>
      <p:pic>
        <p:nvPicPr>
          <p:cNvPr id="105" name="Checkmark 10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3499020"/>
            <a:ext cx="180000" cy="180000"/>
          </a:xfrm>
          <a:prstGeom prst="rect">
            <a:avLst/>
          </a:prstGeom>
        </p:spPr>
      </p:pic>
      <p:pic>
        <p:nvPicPr>
          <p:cNvPr id="106" name="Checkmark 10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4001940"/>
            <a:ext cx="180000" cy="180000"/>
          </a:xfrm>
          <a:prstGeom prst="rect">
            <a:avLst/>
          </a:prstGeom>
        </p:spPr>
      </p:pic>
      <p:pic>
        <p:nvPicPr>
          <p:cNvPr id="107" name="Checkmark 10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4504860"/>
            <a:ext cx="180000" cy="180000"/>
          </a:xfrm>
          <a:prstGeom prst="rect">
            <a:avLst/>
          </a:prstGeom>
        </p:spPr>
      </p:pic>
      <p:sp>
        <p:nvSpPr>
          <p:cNvPr id="700" name="Badge Shape"/>
          <p:cNvSpPr/>
          <p:nvPr/>
        </p:nvSpPr>
        <p:spPr>
          <a:xfrm>
            <a:off x="3200400" y="1783080"/>
            <a:ext cx="1500000" cy="329184"/>
          </a:xfrm>
          <a:prstGeom prst="roundRect">
            <a:avLst>
              <a:gd name="adj" fmla="val 50000"/>
            </a:avLst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1" name="Badge Text"/>
          <p:cNvSpPr/>
          <p:nvPr/>
        </p:nvSpPr>
        <p:spPr>
          <a:xfrm>
            <a:off x="3200400" y="1783080"/>
            <a:ext cx="15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ESTIMATE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HOW THEY WORK TOGETHER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One Pipeline: Detection to Decisions</a:t>
            </a:r>
            <a:endParaRPr lang="en-US" sz="2500" dirty="0"/>
          </a:p>
        </p:txBody>
      </p:sp>
      <p:sp>
        <p:nvSpPr>
          <p:cNvPr id="43" name="Shape 39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© Slalom. All Rights Reserved. Proprietary and Confidential.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15E634-14A3-EAC9-2294-1170BA6F29ED}"/>
              </a:ext>
            </a:extLst>
          </p:cNvPr>
          <p:cNvCxnSpPr/>
          <p:nvPr/>
        </p:nvCxnSpPr>
        <p:spPr>
          <a:xfrm>
            <a:off x="1612366" y="3731241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084EA7-BBD2-480B-30CF-0C1E59EAFA1F}"/>
              </a:ext>
            </a:extLst>
          </p:cNvPr>
          <p:cNvCxnSpPr/>
          <p:nvPr/>
        </p:nvCxnSpPr>
        <p:spPr>
          <a:xfrm flipV="1">
            <a:off x="3106240" y="2892228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65E806-4679-EA85-1086-D0F25EF6B0AC}"/>
              </a:ext>
            </a:extLst>
          </p:cNvPr>
          <p:cNvCxnSpPr/>
          <p:nvPr/>
        </p:nvCxnSpPr>
        <p:spPr>
          <a:xfrm>
            <a:off x="4600114" y="3731241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A842D0-9FE0-603E-350D-4B3E7E26396D}"/>
              </a:ext>
            </a:extLst>
          </p:cNvPr>
          <p:cNvCxnSpPr/>
          <p:nvPr/>
        </p:nvCxnSpPr>
        <p:spPr>
          <a:xfrm flipV="1">
            <a:off x="6093988" y="2892228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F132D2E-8CF5-FDB3-83E4-ADA4A5AC2B30}"/>
              </a:ext>
            </a:extLst>
          </p:cNvPr>
          <p:cNvCxnSpPr/>
          <p:nvPr/>
        </p:nvCxnSpPr>
        <p:spPr>
          <a:xfrm>
            <a:off x="7587862" y="3731241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5FB5557-BE62-59D0-44C6-0F1E1D6448B3}"/>
              </a:ext>
            </a:extLst>
          </p:cNvPr>
          <p:cNvCxnSpPr/>
          <p:nvPr/>
        </p:nvCxnSpPr>
        <p:spPr>
          <a:xfrm flipV="1">
            <a:off x="9081736" y="2892228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DE70877-C228-CEAE-4E11-823315918C6D}"/>
              </a:ext>
            </a:extLst>
          </p:cNvPr>
          <p:cNvCxnSpPr/>
          <p:nvPr/>
        </p:nvCxnSpPr>
        <p:spPr>
          <a:xfrm>
            <a:off x="10575612" y="3731241"/>
            <a:ext cx="0" cy="8507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rgbClr val="0072C6"/>
          </a:lnRef>
          <a:fillRef idx="0">
            <a:srgbClr val="0072C6"/>
          </a:fillRef>
          <a:effectRef idx="0">
            <a:srgbClr val="0072C6"/>
          </a:effectRef>
          <a:fontRef idx="minor">
            <a:srgbClr val="000000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5171E91-5B22-9748-B895-E9196ED59BE4}"/>
              </a:ext>
            </a:extLst>
          </p:cNvPr>
          <p:cNvGrpSpPr/>
          <p:nvPr/>
        </p:nvGrpSpPr>
        <p:grpSpPr>
          <a:xfrm>
            <a:off x="638700" y="3648564"/>
            <a:ext cx="10910579" cy="177107"/>
            <a:chOff x="638700" y="3648564"/>
            <a:chExt cx="10910579" cy="177107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E9A5645-55F6-E19C-E6D3-CC385BAB4056}"/>
                </a:ext>
              </a:extLst>
            </p:cNvPr>
            <p:cNvGrpSpPr/>
            <p:nvPr/>
          </p:nvGrpSpPr>
          <p:grpSpPr>
            <a:xfrm>
              <a:off x="638700" y="3677040"/>
              <a:ext cx="10910579" cy="108402"/>
              <a:chOff x="638700" y="3613245"/>
              <a:chExt cx="10910579" cy="108402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67FA432-BF27-8DB9-0515-2C0E5CAD1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627" y="3667446"/>
                <a:ext cx="10692980" cy="0"/>
              </a:xfrm>
              <a:prstGeom prst="line">
                <a:avLst/>
              </a:prstGeom>
              <a:ln w="25400">
                <a:solidFill>
                  <a:srgbClr val="FFFFFF"/>
                </a:solidFill>
              </a:ln>
            </p:spPr>
            <p:style>
              <a:lnRef idx="1">
                <a:srgbClr val="0072C6"/>
              </a:lnRef>
              <a:fillRef idx="0">
                <a:srgbClr val="0072C6"/>
              </a:fillRef>
              <a:effectRef idx="0">
                <a:srgbClr val="0072C6"/>
              </a:effectRef>
              <a:fontRef idx="minor">
                <a:srgbClr val="000000"/>
              </a:fontRef>
            </p:style>
          </p:cxn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3CE40B1-0EED-CB9E-5F9F-69A0AC11B3FF}"/>
                  </a:ext>
                </a:extLst>
              </p:cNvPr>
              <p:cNvSpPr/>
              <p:nvPr/>
            </p:nvSpPr>
            <p:spPr>
              <a:xfrm>
                <a:off x="638700" y="3613245"/>
                <a:ext cx="108402" cy="108402"/>
              </a:xfrm>
              <a:prstGeom prst="ellipse">
                <a:avLst/>
              </a:prstGeom>
              <a:noFill/>
              <a:ln w="57150">
                <a:solidFill>
                  <a:srgbClr val="FFFFFF"/>
                </a:solidFill>
              </a:ln>
            </p:spPr>
            <p:style>
              <a:lnRef idx="2">
                <a:srgbClr val="0072C6">
                  <a:shade val="15000"/>
                </a:srgbClr>
              </a:lnRef>
              <a:fillRef idx="1">
                <a:srgbClr val="0072C6"/>
              </a:fillRef>
              <a:effectRef idx="0">
                <a:srgbClr val="0072C6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437960A-C46E-3AAB-77C6-A94FB250DAFA}"/>
                  </a:ext>
                </a:extLst>
              </p:cNvPr>
              <p:cNvSpPr/>
              <p:nvPr/>
            </p:nvSpPr>
            <p:spPr>
              <a:xfrm>
                <a:off x="11440877" y="3613245"/>
                <a:ext cx="108402" cy="108402"/>
              </a:xfrm>
              <a:prstGeom prst="ellipse">
                <a:avLst/>
              </a:prstGeom>
              <a:noFill/>
              <a:ln w="57150">
                <a:solidFill>
                  <a:srgbClr val="FFFFFF"/>
                </a:solidFill>
              </a:ln>
            </p:spPr>
            <p:style>
              <a:lnRef idx="2">
                <a:srgbClr val="0072C6">
                  <a:shade val="15000"/>
                </a:srgbClr>
              </a:lnRef>
              <a:fillRef idx="1">
                <a:srgbClr val="0072C6"/>
              </a:fillRef>
              <a:effectRef idx="0">
                <a:srgbClr val="0072C6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72E1F12-BEC7-65DF-ADA9-21BBDDD220C1}"/>
                </a:ext>
              </a:extLst>
            </p:cNvPr>
            <p:cNvSpPr/>
            <p:nvPr/>
          </p:nvSpPr>
          <p:spPr>
            <a:xfrm>
              <a:off x="1528311" y="3648564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7B3E4C1-9DAF-4611-41CF-764E3A782A47}"/>
                </a:ext>
              </a:extLst>
            </p:cNvPr>
            <p:cNvSpPr/>
            <p:nvPr/>
          </p:nvSpPr>
          <p:spPr>
            <a:xfrm flipV="1">
              <a:off x="3022185" y="3660317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47B07B0-0784-8710-EA40-6787ADCEF0EA}"/>
                </a:ext>
              </a:extLst>
            </p:cNvPr>
            <p:cNvSpPr/>
            <p:nvPr/>
          </p:nvSpPr>
          <p:spPr>
            <a:xfrm>
              <a:off x="4516059" y="3648564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9E69A2D-8D4B-1E08-8C41-E2C603C14A77}"/>
                </a:ext>
              </a:extLst>
            </p:cNvPr>
            <p:cNvSpPr/>
            <p:nvPr/>
          </p:nvSpPr>
          <p:spPr>
            <a:xfrm flipV="1">
              <a:off x="6009933" y="3660317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4B10A3D-5C7C-61F0-6C8A-598C33D7583B}"/>
                </a:ext>
              </a:extLst>
            </p:cNvPr>
            <p:cNvSpPr/>
            <p:nvPr/>
          </p:nvSpPr>
          <p:spPr>
            <a:xfrm>
              <a:off x="7503807" y="3648564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3C4B6F6-B796-1A99-1291-CD58F10E65BE}"/>
                </a:ext>
              </a:extLst>
            </p:cNvPr>
            <p:cNvSpPr/>
            <p:nvPr/>
          </p:nvSpPr>
          <p:spPr>
            <a:xfrm flipV="1">
              <a:off x="8997681" y="3660317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B79597E-341E-75F4-3F0D-8D0B8B1CE621}"/>
                </a:ext>
              </a:extLst>
            </p:cNvPr>
            <p:cNvSpPr/>
            <p:nvPr/>
          </p:nvSpPr>
          <p:spPr>
            <a:xfrm>
              <a:off x="10491557" y="3648564"/>
              <a:ext cx="165354" cy="165354"/>
            </a:xfrm>
            <a:prstGeom prst="ellipse">
              <a:avLst/>
            </a:prstGeom>
            <a:solidFill>
              <a:srgbClr val="FFFFFF"/>
            </a:solidFill>
            <a:ln w="57150"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5028344-63DB-A960-1540-A5E9CC688272}"/>
              </a:ext>
            </a:extLst>
          </p:cNvPr>
          <p:cNvSpPr txBox="1"/>
          <p:nvPr/>
        </p:nvSpPr>
        <p:spPr>
          <a:xfrm>
            <a:off x="907752" y="3093157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DETECT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54594E-BD88-D46E-5FBA-B7E4ADD9E73E}"/>
              </a:ext>
            </a:extLst>
          </p:cNvPr>
          <p:cNvSpPr txBox="1"/>
          <p:nvPr/>
        </p:nvSpPr>
        <p:spPr>
          <a:xfrm>
            <a:off x="2397886" y="3984979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PLAN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86057F2-9396-C79E-3DB6-76AB2ACAE30D}"/>
              </a:ext>
            </a:extLst>
          </p:cNvPr>
          <p:cNvSpPr txBox="1"/>
          <p:nvPr/>
        </p:nvSpPr>
        <p:spPr>
          <a:xfrm>
            <a:off x="3899308" y="3093157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BUILD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49ABFD-649A-91B8-7350-D1A74B75E1BB}"/>
              </a:ext>
            </a:extLst>
          </p:cNvPr>
          <p:cNvSpPr txBox="1"/>
          <p:nvPr/>
        </p:nvSpPr>
        <p:spPr>
          <a:xfrm>
            <a:off x="5389442" y="3984979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PUBLISH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E163F9-55E8-75DD-BF22-4A30EAC6990C}"/>
              </a:ext>
            </a:extLst>
          </p:cNvPr>
          <p:cNvSpPr txBox="1"/>
          <p:nvPr/>
        </p:nvSpPr>
        <p:spPr>
          <a:xfrm>
            <a:off x="6879574" y="3093157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004FBA-5291-A7BE-D8D2-7B5D0F5CE0AE}"/>
              </a:ext>
            </a:extLst>
          </p:cNvPr>
          <p:cNvSpPr txBox="1"/>
          <p:nvPr/>
        </p:nvSpPr>
        <p:spPr>
          <a:xfrm>
            <a:off x="8369708" y="3984979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RECONCILE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22DF7B-13D8-6D87-B4F8-2B30DB958B9A}"/>
              </a:ext>
            </a:extLst>
          </p:cNvPr>
          <p:cNvSpPr txBox="1"/>
          <p:nvPr/>
        </p:nvSpPr>
        <p:spPr>
          <a:xfrm>
            <a:off x="9871130" y="3093157"/>
            <a:ext cx="1406470" cy="37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800" b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LIVE</a:t>
            </a:r>
            <a:endParaRPr lang="en-IN" sz="2800" b="1" dirty="0">
              <a:solidFill>
                <a:srgbClr val="FFFFFF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BDA5E18-30EC-BD5C-0D19-614BE5CFF5C6}"/>
              </a:ext>
            </a:extLst>
          </p:cNvPr>
          <p:cNvGrpSpPr/>
          <p:nvPr/>
        </p:nvGrpSpPr>
        <p:grpSpPr>
          <a:xfrm>
            <a:off x="738419" y="4187221"/>
            <a:ext cx="1745138" cy="1964461"/>
            <a:chOff x="738419" y="4187221"/>
            <a:chExt cx="1745138" cy="1964461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82987CF-418C-DD96-7770-B2782E5340A3}"/>
                </a:ext>
              </a:extLst>
            </p:cNvPr>
            <p:cNvSpPr/>
            <p:nvPr/>
          </p:nvSpPr>
          <p:spPr>
            <a:xfrm>
              <a:off x="806477" y="4187221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2091959-30FF-4D88-432C-76B1803FFB74}"/>
                </a:ext>
              </a:extLst>
            </p:cNvPr>
            <p:cNvSpPr/>
            <p:nvPr/>
          </p:nvSpPr>
          <p:spPr>
            <a:xfrm>
              <a:off x="1070820" y="4252825"/>
              <a:ext cx="1083092" cy="108309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CA72420-7F4D-E42A-BA37-A82A8B1A64F6}"/>
                </a:ext>
              </a:extLst>
            </p:cNvPr>
            <p:cNvSpPr txBox="1"/>
            <p:nvPr/>
          </p:nvSpPr>
          <p:spPr>
            <a:xfrm>
              <a:off x="738419" y="5516545"/>
              <a:ext cx="1745138" cy="6351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rgbClr val="FFFFFF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Tech-Detector — the current martech, live.</a:t>
              </a:r>
            </a:p>
          </p:txBody>
        </p:sp>
        <p:grpSp>
          <p:nvGrpSpPr>
            <p:cNvPr id="110" name="Graphic 81" descr="Lights On outline">
              <a:extLst>
                <a:ext uri="{FF2B5EF4-FFF2-40B4-BE49-F238E27FC236}">
                  <a16:creationId xmlns:a16="http://schemas.microsoft.com/office/drawing/2014/main" id="{179720BF-A927-198C-AD76-3946FFD7D220}"/>
                </a:ext>
              </a:extLst>
            </p:cNvPr>
            <p:cNvGrpSpPr/>
            <p:nvPr/>
          </p:nvGrpSpPr>
          <p:grpSpPr>
            <a:xfrm>
              <a:off x="1383818" y="4542968"/>
              <a:ext cx="457095" cy="497107"/>
              <a:chOff x="1383818" y="4542968"/>
              <a:chExt cx="457095" cy="497107"/>
            </a:xfrm>
            <a:gradFill flip="none" rotWithShape="1">
              <a:gsLst>
                <a:gs pos="3497">
                  <a:srgbClr val="E8433B"/>
                </a:gs>
                <a:gs pos="100000">
                  <a:srgbClr val="8D43A1"/>
                </a:gs>
              </a:gsLst>
              <a:lin ang="18900000" scaled="1"/>
              <a:tileRect/>
            </a:gradFill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B1D25121-11F0-1EAD-36AB-C068887E82CC}"/>
                  </a:ext>
                </a:extLst>
              </p:cNvPr>
              <p:cNvSpPr/>
              <p:nvPr/>
            </p:nvSpPr>
            <p:spPr>
              <a:xfrm>
                <a:off x="1469523" y="4626514"/>
                <a:ext cx="285684" cy="298168"/>
              </a:xfrm>
              <a:custGeom>
                <a:avLst/>
                <a:gdLst>
                  <a:gd name="connsiteX0" fmla="*/ 217526 w 285684"/>
                  <a:gd name="connsiteY0" fmla="*/ 292129 h 298168"/>
                  <a:gd name="connsiteX1" fmla="*/ 250951 w 285684"/>
                  <a:gd name="connsiteY1" fmla="*/ 237849 h 298168"/>
                  <a:gd name="connsiteX2" fmla="*/ 275748 w 285684"/>
                  <a:gd name="connsiteY2" fmla="*/ 197214 h 298168"/>
                  <a:gd name="connsiteX3" fmla="*/ 285684 w 285684"/>
                  <a:gd name="connsiteY3" fmla="*/ 147756 h 298168"/>
                  <a:gd name="connsiteX4" fmla="*/ 285684 w 285684"/>
                  <a:gd name="connsiteY4" fmla="*/ 142842 h 298168"/>
                  <a:gd name="connsiteX5" fmla="*/ 142842 w 285684"/>
                  <a:gd name="connsiteY5" fmla="*/ 0 h 298168"/>
                  <a:gd name="connsiteX6" fmla="*/ 0 w 285684"/>
                  <a:gd name="connsiteY6" fmla="*/ 142842 h 298168"/>
                  <a:gd name="connsiteX7" fmla="*/ 0 w 285684"/>
                  <a:gd name="connsiteY7" fmla="*/ 147756 h 298168"/>
                  <a:gd name="connsiteX8" fmla="*/ 9942 w 285684"/>
                  <a:gd name="connsiteY8" fmla="*/ 197196 h 298168"/>
                  <a:gd name="connsiteX9" fmla="*/ 34739 w 285684"/>
                  <a:gd name="connsiteY9" fmla="*/ 237832 h 298168"/>
                  <a:gd name="connsiteX10" fmla="*/ 68164 w 285684"/>
                  <a:gd name="connsiteY10" fmla="*/ 292112 h 298168"/>
                  <a:gd name="connsiteX11" fmla="*/ 77940 w 285684"/>
                  <a:gd name="connsiteY11" fmla="*/ 298169 h 298168"/>
                  <a:gd name="connsiteX12" fmla="*/ 207750 w 285684"/>
                  <a:gd name="connsiteY12" fmla="*/ 298169 h 298168"/>
                  <a:gd name="connsiteX13" fmla="*/ 217526 w 285684"/>
                  <a:gd name="connsiteY13" fmla="*/ 292129 h 298168"/>
                  <a:gd name="connsiteX14" fmla="*/ 207407 w 285684"/>
                  <a:gd name="connsiteY14" fmla="*/ 286759 h 298168"/>
                  <a:gd name="connsiteX15" fmla="*/ 78278 w 285684"/>
                  <a:gd name="connsiteY15" fmla="*/ 286759 h 298168"/>
                  <a:gd name="connsiteX16" fmla="*/ 43304 w 285684"/>
                  <a:gd name="connsiteY16" fmla="*/ 230244 h 298168"/>
                  <a:gd name="connsiteX17" fmla="*/ 20626 w 285684"/>
                  <a:gd name="connsiteY17" fmla="*/ 193105 h 298168"/>
                  <a:gd name="connsiteX18" fmla="*/ 11427 w 285684"/>
                  <a:gd name="connsiteY18" fmla="*/ 147579 h 298168"/>
                  <a:gd name="connsiteX19" fmla="*/ 11427 w 285684"/>
                  <a:gd name="connsiteY19" fmla="*/ 143054 h 298168"/>
                  <a:gd name="connsiteX20" fmla="*/ 142736 w 285684"/>
                  <a:gd name="connsiteY20" fmla="*/ 11533 h 298168"/>
                  <a:gd name="connsiteX21" fmla="*/ 274257 w 285684"/>
                  <a:gd name="connsiteY21" fmla="*/ 142842 h 298168"/>
                  <a:gd name="connsiteX22" fmla="*/ 274257 w 285684"/>
                  <a:gd name="connsiteY22" fmla="*/ 147579 h 298168"/>
                  <a:gd name="connsiteX23" fmla="*/ 265115 w 285684"/>
                  <a:gd name="connsiteY23" fmla="*/ 193066 h 298168"/>
                  <a:gd name="connsiteX24" fmla="*/ 242546 w 285684"/>
                  <a:gd name="connsiteY24" fmla="*/ 230113 h 298168"/>
                  <a:gd name="connsiteX25" fmla="*/ 207407 w 285684"/>
                  <a:gd name="connsiteY25" fmla="*/ 286759 h 298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85684" h="298168">
                    <a:moveTo>
                      <a:pt x="217526" y="292129"/>
                    </a:moveTo>
                    <a:cubicBezTo>
                      <a:pt x="223582" y="279782"/>
                      <a:pt x="237867" y="252134"/>
                      <a:pt x="250951" y="237849"/>
                    </a:cubicBezTo>
                    <a:cubicBezTo>
                      <a:pt x="261567" y="225887"/>
                      <a:pt x="269965" y="212126"/>
                      <a:pt x="275748" y="197214"/>
                    </a:cubicBezTo>
                    <a:cubicBezTo>
                      <a:pt x="281811" y="181402"/>
                      <a:pt x="285169" y="164682"/>
                      <a:pt x="285684" y="147756"/>
                    </a:cubicBezTo>
                    <a:lnTo>
                      <a:pt x="285684" y="142842"/>
                    </a:lnTo>
                    <a:cubicBezTo>
                      <a:pt x="285684" y="63953"/>
                      <a:pt x="221732" y="0"/>
                      <a:pt x="142842" y="0"/>
                    </a:cubicBezTo>
                    <a:cubicBezTo>
                      <a:pt x="63953" y="0"/>
                      <a:pt x="0" y="63953"/>
                      <a:pt x="0" y="142842"/>
                    </a:cubicBezTo>
                    <a:lnTo>
                      <a:pt x="0" y="147756"/>
                    </a:lnTo>
                    <a:cubicBezTo>
                      <a:pt x="519" y="164677"/>
                      <a:pt x="3880" y="181390"/>
                      <a:pt x="9942" y="197196"/>
                    </a:cubicBezTo>
                    <a:cubicBezTo>
                      <a:pt x="15725" y="212109"/>
                      <a:pt x="24123" y="225870"/>
                      <a:pt x="34739" y="237832"/>
                    </a:cubicBezTo>
                    <a:cubicBezTo>
                      <a:pt x="47824" y="252065"/>
                      <a:pt x="62108" y="279782"/>
                      <a:pt x="68164" y="292112"/>
                    </a:cubicBezTo>
                    <a:cubicBezTo>
                      <a:pt x="70011" y="295822"/>
                      <a:pt x="73797" y="298167"/>
                      <a:pt x="77940" y="298169"/>
                    </a:cubicBezTo>
                    <a:lnTo>
                      <a:pt x="207750" y="298169"/>
                    </a:lnTo>
                    <a:cubicBezTo>
                      <a:pt x="211889" y="298170"/>
                      <a:pt x="215675" y="295832"/>
                      <a:pt x="217526" y="292129"/>
                    </a:cubicBezTo>
                    <a:close/>
                    <a:moveTo>
                      <a:pt x="207407" y="286759"/>
                    </a:moveTo>
                    <a:lnTo>
                      <a:pt x="78278" y="286759"/>
                    </a:lnTo>
                    <a:cubicBezTo>
                      <a:pt x="70907" y="271766"/>
                      <a:pt x="56708" y="244820"/>
                      <a:pt x="43304" y="230244"/>
                    </a:cubicBezTo>
                    <a:cubicBezTo>
                      <a:pt x="33591" y="219316"/>
                      <a:pt x="25910" y="206738"/>
                      <a:pt x="20626" y="193105"/>
                    </a:cubicBezTo>
                    <a:cubicBezTo>
                      <a:pt x="15036" y="178551"/>
                      <a:pt x="11926" y="163162"/>
                      <a:pt x="11427" y="147579"/>
                    </a:cubicBezTo>
                    <a:lnTo>
                      <a:pt x="11427" y="143054"/>
                    </a:lnTo>
                    <a:cubicBezTo>
                      <a:pt x="11369" y="70475"/>
                      <a:pt x="70158" y="11591"/>
                      <a:pt x="142736" y="11533"/>
                    </a:cubicBezTo>
                    <a:cubicBezTo>
                      <a:pt x="215315" y="11475"/>
                      <a:pt x="274199" y="70264"/>
                      <a:pt x="274257" y="142842"/>
                    </a:cubicBezTo>
                    <a:lnTo>
                      <a:pt x="274257" y="147579"/>
                    </a:lnTo>
                    <a:cubicBezTo>
                      <a:pt x="273775" y="163146"/>
                      <a:pt x="270685" y="178521"/>
                      <a:pt x="265115" y="193066"/>
                    </a:cubicBezTo>
                    <a:cubicBezTo>
                      <a:pt x="259858" y="206660"/>
                      <a:pt x="252215" y="219206"/>
                      <a:pt x="242546" y="230113"/>
                    </a:cubicBezTo>
                    <a:cubicBezTo>
                      <a:pt x="228925" y="244992"/>
                      <a:pt x="214738" y="271880"/>
                      <a:pt x="207407" y="286759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5B46076-CEBA-6386-10AB-1E48884DFF0C}"/>
                  </a:ext>
                </a:extLst>
              </p:cNvPr>
              <p:cNvSpPr/>
              <p:nvPr/>
            </p:nvSpPr>
            <p:spPr>
              <a:xfrm>
                <a:off x="1543801" y="4959307"/>
                <a:ext cx="137128" cy="11427"/>
              </a:xfrm>
              <a:custGeom>
                <a:avLst/>
                <a:gdLst>
                  <a:gd name="connsiteX0" fmla="*/ 137129 w 137128"/>
                  <a:gd name="connsiteY0" fmla="*/ 5714 h 11427"/>
                  <a:gd name="connsiteX1" fmla="*/ 131415 w 137128"/>
                  <a:gd name="connsiteY1" fmla="*/ 0 h 11427"/>
                  <a:gd name="connsiteX2" fmla="*/ 5714 w 137128"/>
                  <a:gd name="connsiteY2" fmla="*/ 0 h 11427"/>
                  <a:gd name="connsiteX3" fmla="*/ 0 w 137128"/>
                  <a:gd name="connsiteY3" fmla="*/ 5714 h 11427"/>
                  <a:gd name="connsiteX4" fmla="*/ 5714 w 137128"/>
                  <a:gd name="connsiteY4" fmla="*/ 11427 h 11427"/>
                  <a:gd name="connsiteX5" fmla="*/ 131415 w 137128"/>
                  <a:gd name="connsiteY5" fmla="*/ 11427 h 11427"/>
                  <a:gd name="connsiteX6" fmla="*/ 137129 w 137128"/>
                  <a:gd name="connsiteY6" fmla="*/ 5714 h 11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7128" h="11427">
                    <a:moveTo>
                      <a:pt x="137129" y="5714"/>
                    </a:moveTo>
                    <a:cubicBezTo>
                      <a:pt x="137129" y="2558"/>
                      <a:pt x="134570" y="0"/>
                      <a:pt x="131415" y="0"/>
                    </a:cubicBezTo>
                    <a:lnTo>
                      <a:pt x="5714" y="0"/>
                    </a:lnTo>
                    <a:cubicBezTo>
                      <a:pt x="2558" y="0"/>
                      <a:pt x="0" y="2558"/>
                      <a:pt x="0" y="5714"/>
                    </a:cubicBezTo>
                    <a:cubicBezTo>
                      <a:pt x="0" y="8869"/>
                      <a:pt x="2558" y="11427"/>
                      <a:pt x="5714" y="11427"/>
                    </a:cubicBezTo>
                    <a:lnTo>
                      <a:pt x="131415" y="11427"/>
                    </a:lnTo>
                    <a:cubicBezTo>
                      <a:pt x="134570" y="11427"/>
                      <a:pt x="137129" y="8869"/>
                      <a:pt x="137129" y="5714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8465CF9B-5858-0ABD-CE5F-31A67085B2FC}"/>
                  </a:ext>
                </a:extLst>
              </p:cNvPr>
              <p:cNvSpPr/>
              <p:nvPr/>
            </p:nvSpPr>
            <p:spPr>
              <a:xfrm>
                <a:off x="1579327" y="5003394"/>
                <a:ext cx="66042" cy="36681"/>
              </a:xfrm>
              <a:custGeom>
                <a:avLst/>
                <a:gdLst>
                  <a:gd name="connsiteX0" fmla="*/ 5733 w 66042"/>
                  <a:gd name="connsiteY0" fmla="*/ 0 h 36681"/>
                  <a:gd name="connsiteX1" fmla="*/ 0 w 66042"/>
                  <a:gd name="connsiteY1" fmla="*/ 5694 h 36681"/>
                  <a:gd name="connsiteX2" fmla="*/ 19 w 66042"/>
                  <a:gd name="connsiteY2" fmla="*/ 6182 h 36681"/>
                  <a:gd name="connsiteX3" fmla="*/ 35629 w 66042"/>
                  <a:gd name="connsiteY3" fmla="*/ 36577 h 36681"/>
                  <a:gd name="connsiteX4" fmla="*/ 66024 w 66042"/>
                  <a:gd name="connsiteY4" fmla="*/ 6182 h 36681"/>
                  <a:gd name="connsiteX5" fmla="*/ 60786 w 66042"/>
                  <a:gd name="connsiteY5" fmla="*/ 30 h 36681"/>
                  <a:gd name="connsiteX6" fmla="*/ 60310 w 66042"/>
                  <a:gd name="connsiteY6" fmla="*/ 11 h 36681"/>
                  <a:gd name="connsiteX7" fmla="*/ 33073 w 66042"/>
                  <a:gd name="connsiteY7" fmla="*/ 25237 h 36681"/>
                  <a:gd name="connsiteX8" fmla="*/ 12875 w 66042"/>
                  <a:gd name="connsiteY8" fmla="*/ 11427 h 36681"/>
                  <a:gd name="connsiteX9" fmla="*/ 53220 w 66042"/>
                  <a:gd name="connsiteY9" fmla="*/ 11427 h 36681"/>
                  <a:gd name="connsiteX10" fmla="*/ 33073 w 66042"/>
                  <a:gd name="connsiteY10" fmla="*/ 25237 h 3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042" h="36681">
                    <a:moveTo>
                      <a:pt x="5733" y="0"/>
                    </a:moveTo>
                    <a:cubicBezTo>
                      <a:pt x="2577" y="-11"/>
                      <a:pt x="11" y="2539"/>
                      <a:pt x="0" y="5694"/>
                    </a:cubicBezTo>
                    <a:cubicBezTo>
                      <a:pt x="-1" y="5857"/>
                      <a:pt x="6" y="6020"/>
                      <a:pt x="19" y="6182"/>
                    </a:cubicBezTo>
                    <a:cubicBezTo>
                      <a:pt x="1459" y="24409"/>
                      <a:pt x="17403" y="38017"/>
                      <a:pt x="35629" y="36577"/>
                    </a:cubicBezTo>
                    <a:cubicBezTo>
                      <a:pt x="51855" y="35295"/>
                      <a:pt x="64742" y="22408"/>
                      <a:pt x="66024" y="6182"/>
                    </a:cubicBezTo>
                    <a:cubicBezTo>
                      <a:pt x="66277" y="3037"/>
                      <a:pt x="63931" y="282"/>
                      <a:pt x="60786" y="30"/>
                    </a:cubicBezTo>
                    <a:cubicBezTo>
                      <a:pt x="60627" y="17"/>
                      <a:pt x="60469" y="11"/>
                      <a:pt x="60310" y="11"/>
                    </a:cubicBezTo>
                    <a:close/>
                    <a:moveTo>
                      <a:pt x="33073" y="25237"/>
                    </a:moveTo>
                    <a:cubicBezTo>
                      <a:pt x="24156" y="25176"/>
                      <a:pt x="16167" y="19714"/>
                      <a:pt x="12875" y="11427"/>
                    </a:cubicBezTo>
                    <a:lnTo>
                      <a:pt x="53220" y="11427"/>
                    </a:lnTo>
                    <a:cubicBezTo>
                      <a:pt x="49946" y="19706"/>
                      <a:pt x="41976" y="25169"/>
                      <a:pt x="33073" y="25237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1204442-5763-D5FD-9E48-7B6E1E3BF8C5}"/>
                  </a:ext>
                </a:extLst>
              </p:cNvPr>
              <p:cNvSpPr/>
              <p:nvPr/>
            </p:nvSpPr>
            <p:spPr>
              <a:xfrm>
                <a:off x="1606652" y="4542968"/>
                <a:ext cx="11427" cy="62850"/>
              </a:xfrm>
              <a:custGeom>
                <a:avLst/>
                <a:gdLst>
                  <a:gd name="connsiteX0" fmla="*/ 0 w 11427"/>
                  <a:gd name="connsiteY0" fmla="*/ 5714 h 62850"/>
                  <a:gd name="connsiteX1" fmla="*/ 0 w 11427"/>
                  <a:gd name="connsiteY1" fmla="*/ 57137 h 62850"/>
                  <a:gd name="connsiteX2" fmla="*/ 5714 w 11427"/>
                  <a:gd name="connsiteY2" fmla="*/ 62851 h 62850"/>
                  <a:gd name="connsiteX3" fmla="*/ 11427 w 11427"/>
                  <a:gd name="connsiteY3" fmla="*/ 57137 h 62850"/>
                  <a:gd name="connsiteX4" fmla="*/ 11427 w 11427"/>
                  <a:gd name="connsiteY4" fmla="*/ 5714 h 62850"/>
                  <a:gd name="connsiteX5" fmla="*/ 5714 w 11427"/>
                  <a:gd name="connsiteY5" fmla="*/ 0 h 62850"/>
                  <a:gd name="connsiteX6" fmla="*/ 0 w 11427"/>
                  <a:gd name="connsiteY6" fmla="*/ 5714 h 62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27" h="62850">
                    <a:moveTo>
                      <a:pt x="0" y="5714"/>
                    </a:moveTo>
                    <a:lnTo>
                      <a:pt x="0" y="57137"/>
                    </a:lnTo>
                    <a:cubicBezTo>
                      <a:pt x="0" y="60293"/>
                      <a:pt x="2558" y="62851"/>
                      <a:pt x="5714" y="62851"/>
                    </a:cubicBezTo>
                    <a:cubicBezTo>
                      <a:pt x="8869" y="62851"/>
                      <a:pt x="11427" y="60293"/>
                      <a:pt x="11427" y="57137"/>
                    </a:cubicBezTo>
                    <a:lnTo>
                      <a:pt x="11427" y="5714"/>
                    </a:lnTo>
                    <a:cubicBezTo>
                      <a:pt x="11427" y="2558"/>
                      <a:pt x="8869" y="0"/>
                      <a:pt x="5714" y="0"/>
                    </a:cubicBezTo>
                    <a:cubicBezTo>
                      <a:pt x="2558" y="0"/>
                      <a:pt x="0" y="2558"/>
                      <a:pt x="0" y="5714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715F2B9-10A4-9749-B4A6-A6F68D41232C}"/>
                  </a:ext>
                </a:extLst>
              </p:cNvPr>
              <p:cNvSpPr/>
              <p:nvPr/>
            </p:nvSpPr>
            <p:spPr>
              <a:xfrm>
                <a:off x="1383818" y="4765802"/>
                <a:ext cx="62850" cy="11427"/>
              </a:xfrm>
              <a:custGeom>
                <a:avLst/>
                <a:gdLst>
                  <a:gd name="connsiteX0" fmla="*/ 62851 w 62850"/>
                  <a:gd name="connsiteY0" fmla="*/ 5714 h 11427"/>
                  <a:gd name="connsiteX1" fmla="*/ 57137 w 62850"/>
                  <a:gd name="connsiteY1" fmla="*/ 0 h 11427"/>
                  <a:gd name="connsiteX2" fmla="*/ 5714 w 62850"/>
                  <a:gd name="connsiteY2" fmla="*/ 0 h 11427"/>
                  <a:gd name="connsiteX3" fmla="*/ 0 w 62850"/>
                  <a:gd name="connsiteY3" fmla="*/ 5714 h 11427"/>
                  <a:gd name="connsiteX4" fmla="*/ 5714 w 62850"/>
                  <a:gd name="connsiteY4" fmla="*/ 11427 h 11427"/>
                  <a:gd name="connsiteX5" fmla="*/ 57137 w 62850"/>
                  <a:gd name="connsiteY5" fmla="*/ 11427 h 11427"/>
                  <a:gd name="connsiteX6" fmla="*/ 62851 w 62850"/>
                  <a:gd name="connsiteY6" fmla="*/ 5714 h 11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850" h="11427">
                    <a:moveTo>
                      <a:pt x="62851" y="5714"/>
                    </a:moveTo>
                    <a:cubicBezTo>
                      <a:pt x="62851" y="2558"/>
                      <a:pt x="60293" y="0"/>
                      <a:pt x="57137" y="0"/>
                    </a:cubicBezTo>
                    <a:lnTo>
                      <a:pt x="5714" y="0"/>
                    </a:lnTo>
                    <a:cubicBezTo>
                      <a:pt x="2558" y="0"/>
                      <a:pt x="0" y="2558"/>
                      <a:pt x="0" y="5714"/>
                    </a:cubicBezTo>
                    <a:cubicBezTo>
                      <a:pt x="0" y="8869"/>
                      <a:pt x="2558" y="11427"/>
                      <a:pt x="5714" y="11427"/>
                    </a:cubicBezTo>
                    <a:lnTo>
                      <a:pt x="57137" y="11427"/>
                    </a:lnTo>
                    <a:cubicBezTo>
                      <a:pt x="60293" y="11427"/>
                      <a:pt x="62851" y="8869"/>
                      <a:pt x="62851" y="5714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D3BAB034-72B0-1FAD-C91C-38EF6FE5DEE6}"/>
                  </a:ext>
                </a:extLst>
              </p:cNvPr>
              <p:cNvSpPr/>
              <p:nvPr/>
            </p:nvSpPr>
            <p:spPr>
              <a:xfrm>
                <a:off x="1778062" y="4765802"/>
                <a:ext cx="62850" cy="11427"/>
              </a:xfrm>
              <a:custGeom>
                <a:avLst/>
                <a:gdLst>
                  <a:gd name="connsiteX0" fmla="*/ 0 w 62850"/>
                  <a:gd name="connsiteY0" fmla="*/ 5714 h 11427"/>
                  <a:gd name="connsiteX1" fmla="*/ 5714 w 62850"/>
                  <a:gd name="connsiteY1" fmla="*/ 11427 h 11427"/>
                  <a:gd name="connsiteX2" fmla="*/ 57137 w 62850"/>
                  <a:gd name="connsiteY2" fmla="*/ 11427 h 11427"/>
                  <a:gd name="connsiteX3" fmla="*/ 62851 w 62850"/>
                  <a:gd name="connsiteY3" fmla="*/ 5714 h 11427"/>
                  <a:gd name="connsiteX4" fmla="*/ 57137 w 62850"/>
                  <a:gd name="connsiteY4" fmla="*/ 0 h 11427"/>
                  <a:gd name="connsiteX5" fmla="*/ 5714 w 62850"/>
                  <a:gd name="connsiteY5" fmla="*/ 0 h 11427"/>
                  <a:gd name="connsiteX6" fmla="*/ 0 w 62850"/>
                  <a:gd name="connsiteY6" fmla="*/ 5714 h 11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850" h="11427">
                    <a:moveTo>
                      <a:pt x="0" y="5714"/>
                    </a:moveTo>
                    <a:cubicBezTo>
                      <a:pt x="0" y="8869"/>
                      <a:pt x="2558" y="11427"/>
                      <a:pt x="5714" y="11427"/>
                    </a:cubicBezTo>
                    <a:lnTo>
                      <a:pt x="57137" y="11427"/>
                    </a:lnTo>
                    <a:cubicBezTo>
                      <a:pt x="60293" y="11427"/>
                      <a:pt x="62851" y="8869"/>
                      <a:pt x="62851" y="5714"/>
                    </a:cubicBezTo>
                    <a:cubicBezTo>
                      <a:pt x="62851" y="2558"/>
                      <a:pt x="60293" y="0"/>
                      <a:pt x="57137" y="0"/>
                    </a:cubicBezTo>
                    <a:lnTo>
                      <a:pt x="5714" y="0"/>
                    </a:lnTo>
                    <a:cubicBezTo>
                      <a:pt x="2558" y="0"/>
                      <a:pt x="0" y="2558"/>
                      <a:pt x="0" y="5714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CE5F316-EF2E-CDDC-775C-84FEBCB47048}"/>
                  </a:ext>
                </a:extLst>
              </p:cNvPr>
              <p:cNvSpPr/>
              <p:nvPr/>
            </p:nvSpPr>
            <p:spPr>
              <a:xfrm>
                <a:off x="1449087" y="4608237"/>
                <a:ext cx="47718" cy="47718"/>
              </a:xfrm>
              <a:custGeom>
                <a:avLst/>
                <a:gdLst>
                  <a:gd name="connsiteX0" fmla="*/ 1673 w 47718"/>
                  <a:gd name="connsiteY0" fmla="*/ 1673 h 47718"/>
                  <a:gd name="connsiteX1" fmla="*/ 1673 w 47718"/>
                  <a:gd name="connsiteY1" fmla="*/ 9752 h 47718"/>
                  <a:gd name="connsiteX2" fmla="*/ 38035 w 47718"/>
                  <a:gd name="connsiteY2" fmla="*/ 46114 h 47718"/>
                  <a:gd name="connsiteX3" fmla="*/ 46114 w 47718"/>
                  <a:gd name="connsiteY3" fmla="*/ 45973 h 47718"/>
                  <a:gd name="connsiteX4" fmla="*/ 46114 w 47718"/>
                  <a:gd name="connsiteY4" fmla="*/ 38035 h 47718"/>
                  <a:gd name="connsiteX5" fmla="*/ 9752 w 47718"/>
                  <a:gd name="connsiteY5" fmla="*/ 1673 h 47718"/>
                  <a:gd name="connsiteX6" fmla="*/ 1673 w 47718"/>
                  <a:gd name="connsiteY6" fmla="*/ 1673 h 4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718" h="47718">
                    <a:moveTo>
                      <a:pt x="1673" y="1673"/>
                    </a:moveTo>
                    <a:cubicBezTo>
                      <a:pt x="-558" y="3904"/>
                      <a:pt x="-558" y="7521"/>
                      <a:pt x="1673" y="9752"/>
                    </a:cubicBezTo>
                    <a:lnTo>
                      <a:pt x="38035" y="46114"/>
                    </a:lnTo>
                    <a:cubicBezTo>
                      <a:pt x="40305" y="48306"/>
                      <a:pt x="43922" y="48244"/>
                      <a:pt x="46114" y="45973"/>
                    </a:cubicBezTo>
                    <a:cubicBezTo>
                      <a:pt x="48253" y="43759"/>
                      <a:pt x="48253" y="40249"/>
                      <a:pt x="46114" y="38035"/>
                    </a:cubicBezTo>
                    <a:lnTo>
                      <a:pt x="9752" y="1673"/>
                    </a:lnTo>
                    <a:cubicBezTo>
                      <a:pt x="7521" y="-558"/>
                      <a:pt x="3904" y="-558"/>
                      <a:pt x="1673" y="1673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B616EE31-155E-6FB5-BB7B-B00514546E70}"/>
                  </a:ext>
                </a:extLst>
              </p:cNvPr>
              <p:cNvSpPr/>
              <p:nvPr/>
            </p:nvSpPr>
            <p:spPr>
              <a:xfrm>
                <a:off x="1727786" y="4886936"/>
                <a:ext cx="47789" cy="47789"/>
              </a:xfrm>
              <a:custGeom>
                <a:avLst/>
                <a:gdLst>
                  <a:gd name="connsiteX0" fmla="*/ 38106 w 47789"/>
                  <a:gd name="connsiteY0" fmla="*/ 46186 h 47789"/>
                  <a:gd name="connsiteX1" fmla="*/ 46186 w 47789"/>
                  <a:gd name="connsiteY1" fmla="*/ 46045 h 47789"/>
                  <a:gd name="connsiteX2" fmla="*/ 46186 w 47789"/>
                  <a:gd name="connsiteY2" fmla="*/ 38106 h 47789"/>
                  <a:gd name="connsiteX3" fmla="*/ 9824 w 47789"/>
                  <a:gd name="connsiteY3" fmla="*/ 1745 h 47789"/>
                  <a:gd name="connsiteX4" fmla="*/ 1745 w 47789"/>
                  <a:gd name="connsiteY4" fmla="*/ 1604 h 47789"/>
                  <a:gd name="connsiteX5" fmla="*/ 1604 w 47789"/>
                  <a:gd name="connsiteY5" fmla="*/ 9683 h 47789"/>
                  <a:gd name="connsiteX6" fmla="*/ 1745 w 47789"/>
                  <a:gd name="connsiteY6" fmla="*/ 9824 h 4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789" h="47789">
                    <a:moveTo>
                      <a:pt x="38106" y="46186"/>
                    </a:moveTo>
                    <a:cubicBezTo>
                      <a:pt x="40377" y="48378"/>
                      <a:pt x="43993" y="48315"/>
                      <a:pt x="46186" y="46045"/>
                    </a:cubicBezTo>
                    <a:cubicBezTo>
                      <a:pt x="48324" y="43831"/>
                      <a:pt x="48324" y="40320"/>
                      <a:pt x="46186" y="38106"/>
                    </a:cubicBezTo>
                    <a:lnTo>
                      <a:pt x="9824" y="1745"/>
                    </a:lnTo>
                    <a:cubicBezTo>
                      <a:pt x="7631" y="-525"/>
                      <a:pt x="4015" y="-588"/>
                      <a:pt x="1745" y="1604"/>
                    </a:cubicBezTo>
                    <a:cubicBezTo>
                      <a:pt x="-525" y="3796"/>
                      <a:pt x="-588" y="7414"/>
                      <a:pt x="1604" y="9683"/>
                    </a:cubicBezTo>
                    <a:cubicBezTo>
                      <a:pt x="1650" y="9731"/>
                      <a:pt x="1697" y="9777"/>
                      <a:pt x="1745" y="9824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52AD8395-8B7F-4625-2936-B625046AF72D}"/>
                  </a:ext>
                </a:extLst>
              </p:cNvPr>
              <p:cNvSpPr/>
              <p:nvPr/>
            </p:nvSpPr>
            <p:spPr>
              <a:xfrm>
                <a:off x="1727786" y="4608237"/>
                <a:ext cx="47858" cy="47858"/>
              </a:xfrm>
              <a:custGeom>
                <a:avLst/>
                <a:gdLst>
                  <a:gd name="connsiteX0" fmla="*/ 46186 w 47858"/>
                  <a:gd name="connsiteY0" fmla="*/ 1673 h 47858"/>
                  <a:gd name="connsiteX1" fmla="*/ 38106 w 47858"/>
                  <a:gd name="connsiteY1" fmla="*/ 1673 h 47858"/>
                  <a:gd name="connsiteX2" fmla="*/ 1745 w 47858"/>
                  <a:gd name="connsiteY2" fmla="*/ 38035 h 47858"/>
                  <a:gd name="connsiteX3" fmla="*/ 1604 w 47858"/>
                  <a:gd name="connsiteY3" fmla="*/ 46114 h 47858"/>
                  <a:gd name="connsiteX4" fmla="*/ 9683 w 47858"/>
                  <a:gd name="connsiteY4" fmla="*/ 46255 h 47858"/>
                  <a:gd name="connsiteX5" fmla="*/ 9824 w 47858"/>
                  <a:gd name="connsiteY5" fmla="*/ 46114 h 47858"/>
                  <a:gd name="connsiteX6" fmla="*/ 46186 w 47858"/>
                  <a:gd name="connsiteY6" fmla="*/ 9752 h 47858"/>
                  <a:gd name="connsiteX7" fmla="*/ 46186 w 47858"/>
                  <a:gd name="connsiteY7" fmla="*/ 1673 h 47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858" h="47858">
                    <a:moveTo>
                      <a:pt x="46186" y="1673"/>
                    </a:moveTo>
                    <a:cubicBezTo>
                      <a:pt x="43954" y="-558"/>
                      <a:pt x="40338" y="-558"/>
                      <a:pt x="38106" y="1673"/>
                    </a:cubicBezTo>
                    <a:lnTo>
                      <a:pt x="1745" y="38035"/>
                    </a:lnTo>
                    <a:cubicBezTo>
                      <a:pt x="-525" y="40227"/>
                      <a:pt x="-588" y="43844"/>
                      <a:pt x="1604" y="46114"/>
                    </a:cubicBezTo>
                    <a:cubicBezTo>
                      <a:pt x="3796" y="48384"/>
                      <a:pt x="7414" y="48447"/>
                      <a:pt x="9683" y="46255"/>
                    </a:cubicBezTo>
                    <a:cubicBezTo>
                      <a:pt x="9731" y="46208"/>
                      <a:pt x="9777" y="46161"/>
                      <a:pt x="9824" y="46114"/>
                    </a:cubicBezTo>
                    <a:lnTo>
                      <a:pt x="46186" y="9752"/>
                    </a:lnTo>
                    <a:cubicBezTo>
                      <a:pt x="48416" y="7521"/>
                      <a:pt x="48416" y="3904"/>
                      <a:pt x="46186" y="1673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A0301F8-0EF7-AD32-7F8E-2F7F02788DDB}"/>
                  </a:ext>
                </a:extLst>
              </p:cNvPr>
              <p:cNvSpPr/>
              <p:nvPr/>
            </p:nvSpPr>
            <p:spPr>
              <a:xfrm>
                <a:off x="1449087" y="4886936"/>
                <a:ext cx="47858" cy="47859"/>
              </a:xfrm>
              <a:custGeom>
                <a:avLst/>
                <a:gdLst>
                  <a:gd name="connsiteX0" fmla="*/ 5713 w 47858"/>
                  <a:gd name="connsiteY0" fmla="*/ 47860 h 47859"/>
                  <a:gd name="connsiteX1" fmla="*/ 9752 w 47858"/>
                  <a:gd name="connsiteY1" fmla="*/ 46186 h 47859"/>
                  <a:gd name="connsiteX2" fmla="*/ 46114 w 47858"/>
                  <a:gd name="connsiteY2" fmla="*/ 9824 h 47859"/>
                  <a:gd name="connsiteX3" fmla="*/ 46255 w 47858"/>
                  <a:gd name="connsiteY3" fmla="*/ 1745 h 47859"/>
                  <a:gd name="connsiteX4" fmla="*/ 38176 w 47858"/>
                  <a:gd name="connsiteY4" fmla="*/ 1604 h 47859"/>
                  <a:gd name="connsiteX5" fmla="*/ 38035 w 47858"/>
                  <a:gd name="connsiteY5" fmla="*/ 1745 h 47859"/>
                  <a:gd name="connsiteX6" fmla="*/ 1673 w 47858"/>
                  <a:gd name="connsiteY6" fmla="*/ 38106 h 47859"/>
                  <a:gd name="connsiteX7" fmla="*/ 1674 w 47858"/>
                  <a:gd name="connsiteY7" fmla="*/ 46187 h 47859"/>
                  <a:gd name="connsiteX8" fmla="*/ 5713 w 47858"/>
                  <a:gd name="connsiteY8" fmla="*/ 47860 h 47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858" h="47859">
                    <a:moveTo>
                      <a:pt x="5713" y="47860"/>
                    </a:moveTo>
                    <a:cubicBezTo>
                      <a:pt x="7228" y="47860"/>
                      <a:pt x="8681" y="47257"/>
                      <a:pt x="9752" y="46186"/>
                    </a:cubicBezTo>
                    <a:lnTo>
                      <a:pt x="46114" y="9824"/>
                    </a:lnTo>
                    <a:cubicBezTo>
                      <a:pt x="48384" y="7631"/>
                      <a:pt x="48447" y="4015"/>
                      <a:pt x="46255" y="1745"/>
                    </a:cubicBezTo>
                    <a:cubicBezTo>
                      <a:pt x="44062" y="-525"/>
                      <a:pt x="40445" y="-588"/>
                      <a:pt x="38176" y="1604"/>
                    </a:cubicBezTo>
                    <a:cubicBezTo>
                      <a:pt x="38128" y="1650"/>
                      <a:pt x="38081" y="1697"/>
                      <a:pt x="38035" y="1745"/>
                    </a:cubicBezTo>
                    <a:lnTo>
                      <a:pt x="1673" y="38106"/>
                    </a:lnTo>
                    <a:cubicBezTo>
                      <a:pt x="-558" y="40338"/>
                      <a:pt x="-558" y="43956"/>
                      <a:pt x="1674" y="46187"/>
                    </a:cubicBezTo>
                    <a:cubicBezTo>
                      <a:pt x="2745" y="47258"/>
                      <a:pt x="4198" y="47860"/>
                      <a:pt x="5713" y="47860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609FD74-32CF-1089-793F-0B1099FE621C}"/>
              </a:ext>
            </a:extLst>
          </p:cNvPr>
          <p:cNvGrpSpPr/>
          <p:nvPr/>
        </p:nvGrpSpPr>
        <p:grpSpPr>
          <a:xfrm>
            <a:off x="2228552" y="1260635"/>
            <a:ext cx="1745138" cy="2152802"/>
            <a:chOff x="2228552" y="1260635"/>
            <a:chExt cx="1745138" cy="2152802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0251616-F391-A68B-D9E3-29014005F882}"/>
                </a:ext>
              </a:extLst>
            </p:cNvPr>
            <p:cNvSpPr/>
            <p:nvPr/>
          </p:nvSpPr>
          <p:spPr>
            <a:xfrm flipV="1">
              <a:off x="2300351" y="2023636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A08D979B-C94C-2839-F86A-137D388F5CCE}"/>
                </a:ext>
              </a:extLst>
            </p:cNvPr>
            <p:cNvGrpSpPr/>
            <p:nvPr/>
          </p:nvGrpSpPr>
          <p:grpSpPr>
            <a:xfrm>
              <a:off x="2228552" y="1260635"/>
              <a:ext cx="1745138" cy="1911697"/>
              <a:chOff x="2228552" y="1260635"/>
              <a:chExt cx="1745138" cy="1911697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5B0112-1C9F-BC03-5604-378FE992751D}"/>
                  </a:ext>
                </a:extLst>
              </p:cNvPr>
              <p:cNvSpPr/>
              <p:nvPr/>
            </p:nvSpPr>
            <p:spPr>
              <a:xfrm flipV="1">
                <a:off x="2564694" y="2089240"/>
                <a:ext cx="1083092" cy="1083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rgbClr val="0072C6">
                  <a:shade val="15000"/>
                </a:srgbClr>
              </a:lnRef>
              <a:fillRef idx="1">
                <a:srgbClr val="0072C6"/>
              </a:fillRef>
              <a:effectRef idx="0">
                <a:srgbClr val="0072C6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0D27ED7-0664-8735-7A66-077596710E95}"/>
                  </a:ext>
                </a:extLst>
              </p:cNvPr>
              <p:cNvSpPr txBox="1"/>
              <p:nvPr/>
            </p:nvSpPr>
            <p:spPr>
              <a:xfrm>
                <a:off x="2228552" y="1260635"/>
                <a:ext cx="1745138" cy="6351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noAutofit/>
              </a:bodyPr>
              <a:lstStyle/>
              <a:p>
                <a:pPr algn="ctr"/>
                <a:r>
                  <a:rPr lang="en-IN" sz="1400" dirty="0">
                    <a:solidFill>
                      <a:srgbClr val="FFFFFF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Setup-Plan — a governed implementation plan.</a:t>
                </a:r>
              </a:p>
            </p:txBody>
          </p:sp>
          <p:grpSp>
            <p:nvGrpSpPr>
              <p:cNvPr id="97" name="Graphic 83" descr="Playbook outline">
                <a:extLst>
                  <a:ext uri="{FF2B5EF4-FFF2-40B4-BE49-F238E27FC236}">
                    <a16:creationId xmlns:a16="http://schemas.microsoft.com/office/drawing/2014/main" id="{C56E97EC-DEFB-AC44-496F-AB8096AC77CC}"/>
                  </a:ext>
                </a:extLst>
              </p:cNvPr>
              <p:cNvGrpSpPr/>
              <p:nvPr/>
            </p:nvGrpSpPr>
            <p:grpSpPr>
              <a:xfrm>
                <a:off x="2929115" y="2447948"/>
                <a:ext cx="359962" cy="371389"/>
                <a:chOff x="2929115" y="2447948"/>
                <a:chExt cx="359962" cy="371389"/>
              </a:xfrm>
              <a:gradFill flip="none" rotWithShape="1">
                <a:gsLst>
                  <a:gs pos="3497">
                    <a:srgbClr val="E8433B"/>
                  </a:gs>
                  <a:gs pos="100000">
                    <a:srgbClr val="8D43A1"/>
                  </a:gs>
                </a:gsLst>
                <a:lin ang="18900000" scaled="1"/>
                <a:tileRect/>
              </a:gradFill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4B90664F-9581-372C-D438-231DD4CE5B8C}"/>
                    </a:ext>
                  </a:extLst>
                </p:cNvPr>
                <p:cNvSpPr/>
                <p:nvPr/>
              </p:nvSpPr>
              <p:spPr>
                <a:xfrm>
                  <a:off x="3017678" y="2510868"/>
                  <a:ext cx="85634" cy="85634"/>
                </a:xfrm>
                <a:custGeom>
                  <a:avLst/>
                  <a:gdLst>
                    <a:gd name="connsiteX0" fmla="*/ 1673 w 85634"/>
                    <a:gd name="connsiteY0" fmla="*/ 83961 h 85634"/>
                    <a:gd name="connsiteX1" fmla="*/ 9752 w 85634"/>
                    <a:gd name="connsiteY1" fmla="*/ 83961 h 85634"/>
                    <a:gd name="connsiteX2" fmla="*/ 42852 w 85634"/>
                    <a:gd name="connsiteY2" fmla="*/ 50862 h 85634"/>
                    <a:gd name="connsiteX3" fmla="*/ 75951 w 85634"/>
                    <a:gd name="connsiteY3" fmla="*/ 83961 h 85634"/>
                    <a:gd name="connsiteX4" fmla="*/ 84030 w 85634"/>
                    <a:gd name="connsiteY4" fmla="*/ 83821 h 85634"/>
                    <a:gd name="connsiteX5" fmla="*/ 84030 w 85634"/>
                    <a:gd name="connsiteY5" fmla="*/ 75882 h 85634"/>
                    <a:gd name="connsiteX6" fmla="*/ 50931 w 85634"/>
                    <a:gd name="connsiteY6" fmla="*/ 42783 h 85634"/>
                    <a:gd name="connsiteX7" fmla="*/ 84030 w 85634"/>
                    <a:gd name="connsiteY7" fmla="*/ 9683 h 85634"/>
                    <a:gd name="connsiteX8" fmla="*/ 83890 w 85634"/>
                    <a:gd name="connsiteY8" fmla="*/ 1604 h 85634"/>
                    <a:gd name="connsiteX9" fmla="*/ 75951 w 85634"/>
                    <a:gd name="connsiteY9" fmla="*/ 1604 h 85634"/>
                    <a:gd name="connsiteX10" fmla="*/ 42852 w 85634"/>
                    <a:gd name="connsiteY10" fmla="*/ 34703 h 85634"/>
                    <a:gd name="connsiteX11" fmla="*/ 9752 w 85634"/>
                    <a:gd name="connsiteY11" fmla="*/ 1604 h 85634"/>
                    <a:gd name="connsiteX12" fmla="*/ 1673 w 85634"/>
                    <a:gd name="connsiteY12" fmla="*/ 1745 h 85634"/>
                    <a:gd name="connsiteX13" fmla="*/ 1673 w 85634"/>
                    <a:gd name="connsiteY13" fmla="*/ 9683 h 85634"/>
                    <a:gd name="connsiteX14" fmla="*/ 34772 w 85634"/>
                    <a:gd name="connsiteY14" fmla="*/ 42783 h 85634"/>
                    <a:gd name="connsiteX15" fmla="*/ 1673 w 85634"/>
                    <a:gd name="connsiteY15" fmla="*/ 75882 h 85634"/>
                    <a:gd name="connsiteX16" fmla="*/ 1673 w 85634"/>
                    <a:gd name="connsiteY16" fmla="*/ 83961 h 85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85634" h="85634">
                      <a:moveTo>
                        <a:pt x="1673" y="83961"/>
                      </a:moveTo>
                      <a:cubicBezTo>
                        <a:pt x="3904" y="86192"/>
                        <a:pt x="7521" y="86192"/>
                        <a:pt x="9752" y="83961"/>
                      </a:cubicBezTo>
                      <a:lnTo>
                        <a:pt x="42852" y="50862"/>
                      </a:lnTo>
                      <a:lnTo>
                        <a:pt x="75951" y="83961"/>
                      </a:lnTo>
                      <a:cubicBezTo>
                        <a:pt x="78221" y="86153"/>
                        <a:pt x="81838" y="86091"/>
                        <a:pt x="84030" y="83821"/>
                      </a:cubicBezTo>
                      <a:cubicBezTo>
                        <a:pt x="86169" y="81606"/>
                        <a:pt x="86169" y="78096"/>
                        <a:pt x="84030" y="75882"/>
                      </a:cubicBezTo>
                      <a:lnTo>
                        <a:pt x="50931" y="42783"/>
                      </a:lnTo>
                      <a:lnTo>
                        <a:pt x="84030" y="9683"/>
                      </a:lnTo>
                      <a:cubicBezTo>
                        <a:pt x="86222" y="7413"/>
                        <a:pt x="86160" y="3796"/>
                        <a:pt x="83890" y="1604"/>
                      </a:cubicBezTo>
                      <a:cubicBezTo>
                        <a:pt x="81675" y="-535"/>
                        <a:pt x="78165" y="-535"/>
                        <a:pt x="75951" y="1604"/>
                      </a:cubicBezTo>
                      <a:lnTo>
                        <a:pt x="42852" y="34703"/>
                      </a:lnTo>
                      <a:lnTo>
                        <a:pt x="9752" y="1604"/>
                      </a:lnTo>
                      <a:cubicBezTo>
                        <a:pt x="7482" y="-588"/>
                        <a:pt x="3865" y="-526"/>
                        <a:pt x="1673" y="1745"/>
                      </a:cubicBezTo>
                      <a:cubicBezTo>
                        <a:pt x="-466" y="3959"/>
                        <a:pt x="-466" y="7469"/>
                        <a:pt x="1673" y="9683"/>
                      </a:cubicBezTo>
                      <a:lnTo>
                        <a:pt x="34772" y="42783"/>
                      </a:lnTo>
                      <a:lnTo>
                        <a:pt x="1673" y="75882"/>
                      </a:lnTo>
                      <a:cubicBezTo>
                        <a:pt x="-558" y="78113"/>
                        <a:pt x="-558" y="81730"/>
                        <a:pt x="1673" y="83961"/>
                      </a:cubicBezTo>
                      <a:close/>
                    </a:path>
                  </a:pathLst>
                </a:custGeom>
                <a:grpFill/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78BF9A5C-49B3-1974-21D0-C71DBBFCB200}"/>
                    </a:ext>
                  </a:extLst>
                </p:cNvPr>
                <p:cNvSpPr/>
                <p:nvPr/>
              </p:nvSpPr>
              <p:spPr>
                <a:xfrm>
                  <a:off x="3143308" y="2670782"/>
                  <a:ext cx="85774" cy="85774"/>
                </a:xfrm>
                <a:custGeom>
                  <a:avLst/>
                  <a:gdLst>
                    <a:gd name="connsiteX0" fmla="*/ 84102 w 85774"/>
                    <a:gd name="connsiteY0" fmla="*/ 1673 h 85774"/>
                    <a:gd name="connsiteX1" fmla="*/ 76022 w 85774"/>
                    <a:gd name="connsiteY1" fmla="*/ 1673 h 85774"/>
                    <a:gd name="connsiteX2" fmla="*/ 42923 w 85774"/>
                    <a:gd name="connsiteY2" fmla="*/ 34772 h 85774"/>
                    <a:gd name="connsiteX3" fmla="*/ 9824 w 85774"/>
                    <a:gd name="connsiteY3" fmla="*/ 1673 h 85774"/>
                    <a:gd name="connsiteX4" fmla="*/ 1745 w 85774"/>
                    <a:gd name="connsiteY4" fmla="*/ 1814 h 85774"/>
                    <a:gd name="connsiteX5" fmla="*/ 1745 w 85774"/>
                    <a:gd name="connsiteY5" fmla="*/ 9752 h 85774"/>
                    <a:gd name="connsiteX6" fmla="*/ 34844 w 85774"/>
                    <a:gd name="connsiteY6" fmla="*/ 42852 h 85774"/>
                    <a:gd name="connsiteX7" fmla="*/ 1745 w 85774"/>
                    <a:gd name="connsiteY7" fmla="*/ 75951 h 85774"/>
                    <a:gd name="connsiteX8" fmla="*/ 1604 w 85774"/>
                    <a:gd name="connsiteY8" fmla="*/ 84030 h 85774"/>
                    <a:gd name="connsiteX9" fmla="*/ 9683 w 85774"/>
                    <a:gd name="connsiteY9" fmla="*/ 84171 h 85774"/>
                    <a:gd name="connsiteX10" fmla="*/ 9824 w 85774"/>
                    <a:gd name="connsiteY10" fmla="*/ 84030 h 85774"/>
                    <a:gd name="connsiteX11" fmla="*/ 42923 w 85774"/>
                    <a:gd name="connsiteY11" fmla="*/ 50931 h 85774"/>
                    <a:gd name="connsiteX12" fmla="*/ 76022 w 85774"/>
                    <a:gd name="connsiteY12" fmla="*/ 84030 h 85774"/>
                    <a:gd name="connsiteX13" fmla="*/ 84102 w 85774"/>
                    <a:gd name="connsiteY13" fmla="*/ 83890 h 85774"/>
                    <a:gd name="connsiteX14" fmla="*/ 84102 w 85774"/>
                    <a:gd name="connsiteY14" fmla="*/ 75951 h 85774"/>
                    <a:gd name="connsiteX15" fmla="*/ 51002 w 85774"/>
                    <a:gd name="connsiteY15" fmla="*/ 42852 h 85774"/>
                    <a:gd name="connsiteX16" fmla="*/ 84102 w 85774"/>
                    <a:gd name="connsiteY16" fmla="*/ 9752 h 85774"/>
                    <a:gd name="connsiteX17" fmla="*/ 84102 w 85774"/>
                    <a:gd name="connsiteY17" fmla="*/ 1673 h 85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85774" h="85774">
                      <a:moveTo>
                        <a:pt x="84102" y="1673"/>
                      </a:moveTo>
                      <a:cubicBezTo>
                        <a:pt x="81870" y="-558"/>
                        <a:pt x="78254" y="-558"/>
                        <a:pt x="76022" y="1673"/>
                      </a:cubicBezTo>
                      <a:lnTo>
                        <a:pt x="42923" y="34772"/>
                      </a:lnTo>
                      <a:lnTo>
                        <a:pt x="9824" y="1673"/>
                      </a:lnTo>
                      <a:cubicBezTo>
                        <a:pt x="7554" y="-519"/>
                        <a:pt x="3937" y="-457"/>
                        <a:pt x="1745" y="1814"/>
                      </a:cubicBezTo>
                      <a:cubicBezTo>
                        <a:pt x="-394" y="4028"/>
                        <a:pt x="-394" y="7538"/>
                        <a:pt x="1745" y="9752"/>
                      </a:cubicBezTo>
                      <a:lnTo>
                        <a:pt x="34844" y="42852"/>
                      </a:lnTo>
                      <a:lnTo>
                        <a:pt x="1745" y="75951"/>
                      </a:lnTo>
                      <a:cubicBezTo>
                        <a:pt x="-526" y="78143"/>
                        <a:pt x="-588" y="81760"/>
                        <a:pt x="1604" y="84030"/>
                      </a:cubicBezTo>
                      <a:cubicBezTo>
                        <a:pt x="3796" y="86300"/>
                        <a:pt x="7414" y="86363"/>
                        <a:pt x="9683" y="84171"/>
                      </a:cubicBezTo>
                      <a:cubicBezTo>
                        <a:pt x="9731" y="84124"/>
                        <a:pt x="9778" y="84077"/>
                        <a:pt x="9824" y="84030"/>
                      </a:cubicBezTo>
                      <a:lnTo>
                        <a:pt x="42923" y="50931"/>
                      </a:lnTo>
                      <a:lnTo>
                        <a:pt x="76022" y="84030"/>
                      </a:lnTo>
                      <a:cubicBezTo>
                        <a:pt x="78293" y="86222"/>
                        <a:pt x="81909" y="86160"/>
                        <a:pt x="84102" y="83890"/>
                      </a:cubicBezTo>
                      <a:cubicBezTo>
                        <a:pt x="86240" y="81675"/>
                        <a:pt x="86240" y="78165"/>
                        <a:pt x="84102" y="75951"/>
                      </a:cubicBezTo>
                      <a:lnTo>
                        <a:pt x="51002" y="42852"/>
                      </a:lnTo>
                      <a:lnTo>
                        <a:pt x="84102" y="9752"/>
                      </a:lnTo>
                      <a:cubicBezTo>
                        <a:pt x="86332" y="7521"/>
                        <a:pt x="86332" y="3904"/>
                        <a:pt x="84102" y="1673"/>
                      </a:cubicBezTo>
                      <a:close/>
                    </a:path>
                  </a:pathLst>
                </a:custGeom>
                <a:grpFill/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8B0311C5-5BBA-32DB-3A95-302E2A689A7F}"/>
                    </a:ext>
                  </a:extLst>
                </p:cNvPr>
                <p:cNvSpPr/>
                <p:nvPr/>
              </p:nvSpPr>
              <p:spPr>
                <a:xfrm>
                  <a:off x="3014981" y="2510821"/>
                  <a:ext cx="216889" cy="245680"/>
                </a:xfrm>
                <a:custGeom>
                  <a:avLst/>
                  <a:gdLst>
                    <a:gd name="connsiteX0" fmla="*/ 46869 w 216889"/>
                    <a:gd name="connsiteY0" fmla="*/ 245666 h 245680"/>
                    <a:gd name="connsiteX1" fmla="*/ 91190 w 216889"/>
                    <a:gd name="connsiteY1" fmla="*/ 202459 h 245680"/>
                    <a:gd name="connsiteX2" fmla="*/ 51263 w 216889"/>
                    <a:gd name="connsiteY2" fmla="*/ 154641 h 245680"/>
                    <a:gd name="connsiteX3" fmla="*/ 51263 w 216889"/>
                    <a:gd name="connsiteY3" fmla="*/ 142819 h 245680"/>
                    <a:gd name="connsiteX4" fmla="*/ 68404 w 216889"/>
                    <a:gd name="connsiteY4" fmla="*/ 125678 h 245680"/>
                    <a:gd name="connsiteX5" fmla="*/ 148396 w 216889"/>
                    <a:gd name="connsiteY5" fmla="*/ 125678 h 245680"/>
                    <a:gd name="connsiteX6" fmla="*/ 176964 w 216889"/>
                    <a:gd name="connsiteY6" fmla="*/ 97110 h 245680"/>
                    <a:gd name="connsiteX7" fmla="*/ 176964 w 216889"/>
                    <a:gd name="connsiteY7" fmla="*/ 19621 h 245680"/>
                    <a:gd name="connsiteX8" fmla="*/ 177022 w 216889"/>
                    <a:gd name="connsiteY8" fmla="*/ 19564 h 245680"/>
                    <a:gd name="connsiteX9" fmla="*/ 177061 w 216889"/>
                    <a:gd name="connsiteY9" fmla="*/ 19581 h 245680"/>
                    <a:gd name="connsiteX10" fmla="*/ 207207 w 216889"/>
                    <a:gd name="connsiteY10" fmla="*/ 49726 h 245680"/>
                    <a:gd name="connsiteX11" fmla="*/ 215286 w 216889"/>
                    <a:gd name="connsiteY11" fmla="*/ 49586 h 245680"/>
                    <a:gd name="connsiteX12" fmla="*/ 215286 w 216889"/>
                    <a:gd name="connsiteY12" fmla="*/ 41647 h 245680"/>
                    <a:gd name="connsiteX13" fmla="*/ 175290 w 216889"/>
                    <a:gd name="connsiteY13" fmla="*/ 1651 h 245680"/>
                    <a:gd name="connsiteX14" fmla="*/ 175113 w 216889"/>
                    <a:gd name="connsiteY14" fmla="*/ 1531 h 245680"/>
                    <a:gd name="connsiteX15" fmla="*/ 173439 w 216889"/>
                    <a:gd name="connsiteY15" fmla="*/ 389 h 245680"/>
                    <a:gd name="connsiteX16" fmla="*/ 173439 w 216889"/>
                    <a:gd name="connsiteY16" fmla="*/ 389 h 245680"/>
                    <a:gd name="connsiteX17" fmla="*/ 173284 w 216889"/>
                    <a:gd name="connsiteY17" fmla="*/ 354 h 245680"/>
                    <a:gd name="connsiteX18" fmla="*/ 171490 w 216889"/>
                    <a:gd name="connsiteY18" fmla="*/ 0 h 245680"/>
                    <a:gd name="connsiteX19" fmla="*/ 170919 w 216889"/>
                    <a:gd name="connsiteY19" fmla="*/ 34 h 245680"/>
                    <a:gd name="connsiteX20" fmla="*/ 169508 w 216889"/>
                    <a:gd name="connsiteY20" fmla="*/ 309 h 245680"/>
                    <a:gd name="connsiteX21" fmla="*/ 168936 w 216889"/>
                    <a:gd name="connsiteY21" fmla="*/ 509 h 245680"/>
                    <a:gd name="connsiteX22" fmla="*/ 167222 w 216889"/>
                    <a:gd name="connsiteY22" fmla="*/ 1651 h 245680"/>
                    <a:gd name="connsiteX23" fmla="*/ 127226 w 216889"/>
                    <a:gd name="connsiteY23" fmla="*/ 41647 h 245680"/>
                    <a:gd name="connsiteX24" fmla="*/ 127367 w 216889"/>
                    <a:gd name="connsiteY24" fmla="*/ 49726 h 245680"/>
                    <a:gd name="connsiteX25" fmla="*/ 135305 w 216889"/>
                    <a:gd name="connsiteY25" fmla="*/ 49726 h 245680"/>
                    <a:gd name="connsiteX26" fmla="*/ 165451 w 216889"/>
                    <a:gd name="connsiteY26" fmla="*/ 19581 h 245680"/>
                    <a:gd name="connsiteX27" fmla="*/ 165531 w 216889"/>
                    <a:gd name="connsiteY27" fmla="*/ 19581 h 245680"/>
                    <a:gd name="connsiteX28" fmla="*/ 165548 w 216889"/>
                    <a:gd name="connsiteY28" fmla="*/ 19621 h 245680"/>
                    <a:gd name="connsiteX29" fmla="*/ 165548 w 216889"/>
                    <a:gd name="connsiteY29" fmla="*/ 97110 h 245680"/>
                    <a:gd name="connsiteX30" fmla="*/ 148407 w 216889"/>
                    <a:gd name="connsiteY30" fmla="*/ 114251 h 245680"/>
                    <a:gd name="connsiteX31" fmla="*/ 68404 w 216889"/>
                    <a:gd name="connsiteY31" fmla="*/ 114251 h 245680"/>
                    <a:gd name="connsiteX32" fmla="*/ 39835 w 216889"/>
                    <a:gd name="connsiteY32" fmla="*/ 142819 h 245680"/>
                    <a:gd name="connsiteX33" fmla="*/ 39835 w 216889"/>
                    <a:gd name="connsiteY33" fmla="*/ 154641 h 245680"/>
                    <a:gd name="connsiteX34" fmla="*/ 385 w 216889"/>
                    <a:gd name="connsiteY34" fmla="*/ 205850 h 245680"/>
                    <a:gd name="connsiteX35" fmla="*/ 46869 w 216889"/>
                    <a:gd name="connsiteY35" fmla="*/ 245666 h 245680"/>
                    <a:gd name="connsiteX36" fmla="*/ 45549 w 216889"/>
                    <a:gd name="connsiteY36" fmla="*/ 165674 h 245680"/>
                    <a:gd name="connsiteX37" fmla="*/ 79831 w 216889"/>
                    <a:gd name="connsiteY37" fmla="*/ 199956 h 245680"/>
                    <a:gd name="connsiteX38" fmla="*/ 45549 w 216889"/>
                    <a:gd name="connsiteY38" fmla="*/ 234238 h 245680"/>
                    <a:gd name="connsiteX39" fmla="*/ 11267 w 216889"/>
                    <a:gd name="connsiteY39" fmla="*/ 199956 h 245680"/>
                    <a:gd name="connsiteX40" fmla="*/ 45549 w 216889"/>
                    <a:gd name="connsiteY40" fmla="*/ 165674 h 245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216889" h="245680">
                      <a:moveTo>
                        <a:pt x="46869" y="245666"/>
                      </a:moveTo>
                      <a:cubicBezTo>
                        <a:pt x="70534" y="244753"/>
                        <a:pt x="89676" y="226093"/>
                        <a:pt x="91190" y="202459"/>
                      </a:cubicBezTo>
                      <a:cubicBezTo>
                        <a:pt x="92484" y="178514"/>
                        <a:pt x="75055" y="157640"/>
                        <a:pt x="51263" y="154641"/>
                      </a:cubicBezTo>
                      <a:lnTo>
                        <a:pt x="51263" y="142819"/>
                      </a:lnTo>
                      <a:cubicBezTo>
                        <a:pt x="51263" y="133352"/>
                        <a:pt x="58937" y="125678"/>
                        <a:pt x="68404" y="125678"/>
                      </a:cubicBezTo>
                      <a:lnTo>
                        <a:pt x="148396" y="125678"/>
                      </a:lnTo>
                      <a:cubicBezTo>
                        <a:pt x="164173" y="125678"/>
                        <a:pt x="176964" y="112888"/>
                        <a:pt x="176964" y="97110"/>
                      </a:cubicBezTo>
                      <a:lnTo>
                        <a:pt x="176964" y="19621"/>
                      </a:lnTo>
                      <a:cubicBezTo>
                        <a:pt x="176965" y="19589"/>
                        <a:pt x="176990" y="19564"/>
                        <a:pt x="177022" y="19564"/>
                      </a:cubicBezTo>
                      <a:cubicBezTo>
                        <a:pt x="177037" y="19565"/>
                        <a:pt x="177051" y="19571"/>
                        <a:pt x="177061" y="19581"/>
                      </a:cubicBezTo>
                      <a:lnTo>
                        <a:pt x="207207" y="49726"/>
                      </a:lnTo>
                      <a:cubicBezTo>
                        <a:pt x="209477" y="51919"/>
                        <a:pt x="213093" y="51856"/>
                        <a:pt x="215286" y="49586"/>
                      </a:cubicBezTo>
                      <a:cubicBezTo>
                        <a:pt x="217424" y="47372"/>
                        <a:pt x="217424" y="43861"/>
                        <a:pt x="215286" y="41647"/>
                      </a:cubicBezTo>
                      <a:lnTo>
                        <a:pt x="175290" y="1651"/>
                      </a:lnTo>
                      <a:cubicBezTo>
                        <a:pt x="175238" y="1600"/>
                        <a:pt x="175164" y="1583"/>
                        <a:pt x="175113" y="1531"/>
                      </a:cubicBezTo>
                      <a:cubicBezTo>
                        <a:pt x="174626" y="1055"/>
                        <a:pt x="174059" y="669"/>
                        <a:pt x="173439" y="389"/>
                      </a:cubicBezTo>
                      <a:lnTo>
                        <a:pt x="173439" y="389"/>
                      </a:lnTo>
                      <a:cubicBezTo>
                        <a:pt x="173393" y="389"/>
                        <a:pt x="173336" y="389"/>
                        <a:pt x="173284" y="354"/>
                      </a:cubicBezTo>
                      <a:cubicBezTo>
                        <a:pt x="172710" y="139"/>
                        <a:pt x="172103" y="19"/>
                        <a:pt x="171490" y="0"/>
                      </a:cubicBezTo>
                      <a:cubicBezTo>
                        <a:pt x="171299" y="1"/>
                        <a:pt x="171109" y="12"/>
                        <a:pt x="170919" y="34"/>
                      </a:cubicBezTo>
                      <a:cubicBezTo>
                        <a:pt x="170438" y="63"/>
                        <a:pt x="169964" y="155"/>
                        <a:pt x="169508" y="309"/>
                      </a:cubicBezTo>
                      <a:cubicBezTo>
                        <a:pt x="169313" y="363"/>
                        <a:pt x="169122" y="430"/>
                        <a:pt x="168936" y="509"/>
                      </a:cubicBezTo>
                      <a:cubicBezTo>
                        <a:pt x="168299" y="779"/>
                        <a:pt x="167717" y="1166"/>
                        <a:pt x="167222" y="1651"/>
                      </a:cubicBezTo>
                      <a:lnTo>
                        <a:pt x="127226" y="41647"/>
                      </a:lnTo>
                      <a:cubicBezTo>
                        <a:pt x="125034" y="43917"/>
                        <a:pt x="125097" y="47534"/>
                        <a:pt x="127367" y="49726"/>
                      </a:cubicBezTo>
                      <a:cubicBezTo>
                        <a:pt x="129581" y="51865"/>
                        <a:pt x="133091" y="51865"/>
                        <a:pt x="135305" y="49726"/>
                      </a:cubicBezTo>
                      <a:lnTo>
                        <a:pt x="165451" y="19581"/>
                      </a:lnTo>
                      <a:cubicBezTo>
                        <a:pt x="165473" y="19559"/>
                        <a:pt x="165510" y="19559"/>
                        <a:pt x="165531" y="19581"/>
                      </a:cubicBezTo>
                      <a:cubicBezTo>
                        <a:pt x="165542" y="19592"/>
                        <a:pt x="165548" y="19606"/>
                        <a:pt x="165548" y="19621"/>
                      </a:cubicBezTo>
                      <a:lnTo>
                        <a:pt x="165548" y="97110"/>
                      </a:lnTo>
                      <a:cubicBezTo>
                        <a:pt x="165548" y="106577"/>
                        <a:pt x="157874" y="114251"/>
                        <a:pt x="148407" y="114251"/>
                      </a:cubicBezTo>
                      <a:lnTo>
                        <a:pt x="68404" y="114251"/>
                      </a:lnTo>
                      <a:cubicBezTo>
                        <a:pt x="52626" y="114251"/>
                        <a:pt x="39835" y="127042"/>
                        <a:pt x="39835" y="142819"/>
                      </a:cubicBezTo>
                      <a:lnTo>
                        <a:pt x="39835" y="154641"/>
                      </a:lnTo>
                      <a:cubicBezTo>
                        <a:pt x="14800" y="157888"/>
                        <a:pt x="-2862" y="180815"/>
                        <a:pt x="385" y="205850"/>
                      </a:cubicBezTo>
                      <a:cubicBezTo>
                        <a:pt x="3396" y="229068"/>
                        <a:pt x="23464" y="246257"/>
                        <a:pt x="46869" y="245666"/>
                      </a:cubicBezTo>
                      <a:close/>
                      <a:moveTo>
                        <a:pt x="45549" y="165674"/>
                      </a:moveTo>
                      <a:cubicBezTo>
                        <a:pt x="64483" y="165674"/>
                        <a:pt x="79831" y="181023"/>
                        <a:pt x="79831" y="199956"/>
                      </a:cubicBezTo>
                      <a:cubicBezTo>
                        <a:pt x="79831" y="218890"/>
                        <a:pt x="64483" y="234238"/>
                        <a:pt x="45549" y="234238"/>
                      </a:cubicBezTo>
                      <a:cubicBezTo>
                        <a:pt x="26616" y="234238"/>
                        <a:pt x="11267" y="218890"/>
                        <a:pt x="11267" y="199956"/>
                      </a:cubicBezTo>
                      <a:cubicBezTo>
                        <a:pt x="11289" y="181032"/>
                        <a:pt x="26625" y="165696"/>
                        <a:pt x="45549" y="165674"/>
                      </a:cubicBezTo>
                      <a:close/>
                    </a:path>
                  </a:pathLst>
                </a:custGeom>
                <a:grpFill/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7C94145C-D4E7-D89D-F8F5-7A3B2E70F3DA}"/>
                    </a:ext>
                  </a:extLst>
                </p:cNvPr>
                <p:cNvSpPr/>
                <p:nvPr/>
              </p:nvSpPr>
              <p:spPr>
                <a:xfrm>
                  <a:off x="2929115" y="2447948"/>
                  <a:ext cx="359962" cy="371389"/>
                </a:xfrm>
                <a:custGeom>
                  <a:avLst/>
                  <a:gdLst>
                    <a:gd name="connsiteX0" fmla="*/ 14010 w 359962"/>
                    <a:gd name="connsiteY0" fmla="*/ 274257 h 371389"/>
                    <a:gd name="connsiteX1" fmla="*/ 28568 w 359962"/>
                    <a:gd name="connsiteY1" fmla="*/ 274257 h 371389"/>
                    <a:gd name="connsiteX2" fmla="*/ 28568 w 359962"/>
                    <a:gd name="connsiteY2" fmla="*/ 319967 h 371389"/>
                    <a:gd name="connsiteX3" fmla="*/ 14010 w 359962"/>
                    <a:gd name="connsiteY3" fmla="*/ 319967 h 371389"/>
                    <a:gd name="connsiteX4" fmla="*/ 0 w 359962"/>
                    <a:gd name="connsiteY4" fmla="*/ 333976 h 371389"/>
                    <a:gd name="connsiteX5" fmla="*/ 0 w 359962"/>
                    <a:gd name="connsiteY5" fmla="*/ 335171 h 371389"/>
                    <a:gd name="connsiteX6" fmla="*/ 13364 w 359962"/>
                    <a:gd name="connsiteY6" fmla="*/ 348535 h 371389"/>
                    <a:gd name="connsiteX7" fmla="*/ 17141 w 359962"/>
                    <a:gd name="connsiteY7" fmla="*/ 348535 h 371389"/>
                    <a:gd name="connsiteX8" fmla="*/ 22855 w 359962"/>
                    <a:gd name="connsiteY8" fmla="*/ 342821 h 371389"/>
                    <a:gd name="connsiteX9" fmla="*/ 17141 w 359962"/>
                    <a:gd name="connsiteY9" fmla="*/ 337108 h 371389"/>
                    <a:gd name="connsiteX10" fmla="*/ 13364 w 359962"/>
                    <a:gd name="connsiteY10" fmla="*/ 337108 h 371389"/>
                    <a:gd name="connsiteX11" fmla="*/ 11427 w 359962"/>
                    <a:gd name="connsiteY11" fmla="*/ 335171 h 371389"/>
                    <a:gd name="connsiteX12" fmla="*/ 11427 w 359962"/>
                    <a:gd name="connsiteY12" fmla="*/ 333976 h 371389"/>
                    <a:gd name="connsiteX13" fmla="*/ 14010 w 359962"/>
                    <a:gd name="connsiteY13" fmla="*/ 331394 h 371389"/>
                    <a:gd name="connsiteX14" fmla="*/ 28568 w 359962"/>
                    <a:gd name="connsiteY14" fmla="*/ 331394 h 371389"/>
                    <a:gd name="connsiteX15" fmla="*/ 28568 w 359962"/>
                    <a:gd name="connsiteY15" fmla="*/ 365676 h 371389"/>
                    <a:gd name="connsiteX16" fmla="*/ 34282 w 359962"/>
                    <a:gd name="connsiteY16" fmla="*/ 371390 h 371389"/>
                    <a:gd name="connsiteX17" fmla="*/ 354249 w 359962"/>
                    <a:gd name="connsiteY17" fmla="*/ 371390 h 371389"/>
                    <a:gd name="connsiteX18" fmla="*/ 359962 w 359962"/>
                    <a:gd name="connsiteY18" fmla="*/ 365676 h 371389"/>
                    <a:gd name="connsiteX19" fmla="*/ 359962 w 359962"/>
                    <a:gd name="connsiteY19" fmla="*/ 5714 h 371389"/>
                    <a:gd name="connsiteX20" fmla="*/ 354249 w 359962"/>
                    <a:gd name="connsiteY20" fmla="*/ 0 h 371389"/>
                    <a:gd name="connsiteX21" fmla="*/ 34282 w 359962"/>
                    <a:gd name="connsiteY21" fmla="*/ 0 h 371389"/>
                    <a:gd name="connsiteX22" fmla="*/ 28568 w 359962"/>
                    <a:gd name="connsiteY22" fmla="*/ 5714 h 371389"/>
                    <a:gd name="connsiteX23" fmla="*/ 28568 w 359962"/>
                    <a:gd name="connsiteY23" fmla="*/ 34282 h 371389"/>
                    <a:gd name="connsiteX24" fmla="*/ 14010 w 359962"/>
                    <a:gd name="connsiteY24" fmla="*/ 34282 h 371389"/>
                    <a:gd name="connsiteX25" fmla="*/ 0 w 359962"/>
                    <a:gd name="connsiteY25" fmla="*/ 48292 h 371389"/>
                    <a:gd name="connsiteX26" fmla="*/ 0 w 359962"/>
                    <a:gd name="connsiteY26" fmla="*/ 49486 h 371389"/>
                    <a:gd name="connsiteX27" fmla="*/ 13364 w 359962"/>
                    <a:gd name="connsiteY27" fmla="*/ 62851 h 371389"/>
                    <a:gd name="connsiteX28" fmla="*/ 17141 w 359962"/>
                    <a:gd name="connsiteY28" fmla="*/ 62851 h 371389"/>
                    <a:gd name="connsiteX29" fmla="*/ 22855 w 359962"/>
                    <a:gd name="connsiteY29" fmla="*/ 57137 h 371389"/>
                    <a:gd name="connsiteX30" fmla="*/ 17141 w 359962"/>
                    <a:gd name="connsiteY30" fmla="*/ 51423 h 371389"/>
                    <a:gd name="connsiteX31" fmla="*/ 13364 w 359962"/>
                    <a:gd name="connsiteY31" fmla="*/ 51423 h 371389"/>
                    <a:gd name="connsiteX32" fmla="*/ 11427 w 359962"/>
                    <a:gd name="connsiteY32" fmla="*/ 49486 h 371389"/>
                    <a:gd name="connsiteX33" fmla="*/ 11427 w 359962"/>
                    <a:gd name="connsiteY33" fmla="*/ 48292 h 371389"/>
                    <a:gd name="connsiteX34" fmla="*/ 14010 w 359962"/>
                    <a:gd name="connsiteY34" fmla="*/ 45710 h 371389"/>
                    <a:gd name="connsiteX35" fmla="*/ 28568 w 359962"/>
                    <a:gd name="connsiteY35" fmla="*/ 45710 h 371389"/>
                    <a:gd name="connsiteX36" fmla="*/ 28568 w 359962"/>
                    <a:gd name="connsiteY36" fmla="*/ 91419 h 371389"/>
                    <a:gd name="connsiteX37" fmla="*/ 14010 w 359962"/>
                    <a:gd name="connsiteY37" fmla="*/ 91419 h 371389"/>
                    <a:gd name="connsiteX38" fmla="*/ 0 w 359962"/>
                    <a:gd name="connsiteY38" fmla="*/ 105429 h 371389"/>
                    <a:gd name="connsiteX39" fmla="*/ 0 w 359962"/>
                    <a:gd name="connsiteY39" fmla="*/ 106623 h 371389"/>
                    <a:gd name="connsiteX40" fmla="*/ 13364 w 359962"/>
                    <a:gd name="connsiteY40" fmla="*/ 119987 h 371389"/>
                    <a:gd name="connsiteX41" fmla="*/ 17141 w 359962"/>
                    <a:gd name="connsiteY41" fmla="*/ 119987 h 371389"/>
                    <a:gd name="connsiteX42" fmla="*/ 22855 w 359962"/>
                    <a:gd name="connsiteY42" fmla="*/ 114274 h 371389"/>
                    <a:gd name="connsiteX43" fmla="*/ 17141 w 359962"/>
                    <a:gd name="connsiteY43" fmla="*/ 108560 h 371389"/>
                    <a:gd name="connsiteX44" fmla="*/ 13364 w 359962"/>
                    <a:gd name="connsiteY44" fmla="*/ 108560 h 371389"/>
                    <a:gd name="connsiteX45" fmla="*/ 11427 w 359962"/>
                    <a:gd name="connsiteY45" fmla="*/ 106623 h 371389"/>
                    <a:gd name="connsiteX46" fmla="*/ 11427 w 359962"/>
                    <a:gd name="connsiteY46" fmla="*/ 105429 h 371389"/>
                    <a:gd name="connsiteX47" fmla="*/ 14010 w 359962"/>
                    <a:gd name="connsiteY47" fmla="*/ 102846 h 371389"/>
                    <a:gd name="connsiteX48" fmla="*/ 28568 w 359962"/>
                    <a:gd name="connsiteY48" fmla="*/ 102846 h 371389"/>
                    <a:gd name="connsiteX49" fmla="*/ 28568 w 359962"/>
                    <a:gd name="connsiteY49" fmla="*/ 148556 h 371389"/>
                    <a:gd name="connsiteX50" fmla="*/ 14010 w 359962"/>
                    <a:gd name="connsiteY50" fmla="*/ 148556 h 371389"/>
                    <a:gd name="connsiteX51" fmla="*/ 0 w 359962"/>
                    <a:gd name="connsiteY51" fmla="*/ 162566 h 371389"/>
                    <a:gd name="connsiteX52" fmla="*/ 0 w 359962"/>
                    <a:gd name="connsiteY52" fmla="*/ 163760 h 371389"/>
                    <a:gd name="connsiteX53" fmla="*/ 13364 w 359962"/>
                    <a:gd name="connsiteY53" fmla="*/ 177124 h 371389"/>
                    <a:gd name="connsiteX54" fmla="*/ 17141 w 359962"/>
                    <a:gd name="connsiteY54" fmla="*/ 177124 h 371389"/>
                    <a:gd name="connsiteX55" fmla="*/ 22855 w 359962"/>
                    <a:gd name="connsiteY55" fmla="*/ 171411 h 371389"/>
                    <a:gd name="connsiteX56" fmla="*/ 17141 w 359962"/>
                    <a:gd name="connsiteY56" fmla="*/ 165697 h 371389"/>
                    <a:gd name="connsiteX57" fmla="*/ 13364 w 359962"/>
                    <a:gd name="connsiteY57" fmla="*/ 165697 h 371389"/>
                    <a:gd name="connsiteX58" fmla="*/ 11427 w 359962"/>
                    <a:gd name="connsiteY58" fmla="*/ 163760 h 371389"/>
                    <a:gd name="connsiteX59" fmla="*/ 11427 w 359962"/>
                    <a:gd name="connsiteY59" fmla="*/ 162566 h 371389"/>
                    <a:gd name="connsiteX60" fmla="*/ 14010 w 359962"/>
                    <a:gd name="connsiteY60" fmla="*/ 159983 h 371389"/>
                    <a:gd name="connsiteX61" fmla="*/ 28568 w 359962"/>
                    <a:gd name="connsiteY61" fmla="*/ 159983 h 371389"/>
                    <a:gd name="connsiteX62" fmla="*/ 28568 w 359962"/>
                    <a:gd name="connsiteY62" fmla="*/ 205693 h 371389"/>
                    <a:gd name="connsiteX63" fmla="*/ 14010 w 359962"/>
                    <a:gd name="connsiteY63" fmla="*/ 205693 h 371389"/>
                    <a:gd name="connsiteX64" fmla="*/ 0 w 359962"/>
                    <a:gd name="connsiteY64" fmla="*/ 219703 h 371389"/>
                    <a:gd name="connsiteX65" fmla="*/ 0 w 359962"/>
                    <a:gd name="connsiteY65" fmla="*/ 220897 h 371389"/>
                    <a:gd name="connsiteX66" fmla="*/ 13364 w 359962"/>
                    <a:gd name="connsiteY66" fmla="*/ 234261 h 371389"/>
                    <a:gd name="connsiteX67" fmla="*/ 17141 w 359962"/>
                    <a:gd name="connsiteY67" fmla="*/ 234261 h 371389"/>
                    <a:gd name="connsiteX68" fmla="*/ 22855 w 359962"/>
                    <a:gd name="connsiteY68" fmla="*/ 228548 h 371389"/>
                    <a:gd name="connsiteX69" fmla="*/ 17141 w 359962"/>
                    <a:gd name="connsiteY69" fmla="*/ 222834 h 371389"/>
                    <a:gd name="connsiteX70" fmla="*/ 13364 w 359962"/>
                    <a:gd name="connsiteY70" fmla="*/ 222834 h 371389"/>
                    <a:gd name="connsiteX71" fmla="*/ 11427 w 359962"/>
                    <a:gd name="connsiteY71" fmla="*/ 220897 h 371389"/>
                    <a:gd name="connsiteX72" fmla="*/ 11427 w 359962"/>
                    <a:gd name="connsiteY72" fmla="*/ 219703 h 371389"/>
                    <a:gd name="connsiteX73" fmla="*/ 14010 w 359962"/>
                    <a:gd name="connsiteY73" fmla="*/ 217120 h 371389"/>
                    <a:gd name="connsiteX74" fmla="*/ 28568 w 359962"/>
                    <a:gd name="connsiteY74" fmla="*/ 217120 h 371389"/>
                    <a:gd name="connsiteX75" fmla="*/ 28568 w 359962"/>
                    <a:gd name="connsiteY75" fmla="*/ 262830 h 371389"/>
                    <a:gd name="connsiteX76" fmla="*/ 14010 w 359962"/>
                    <a:gd name="connsiteY76" fmla="*/ 262830 h 371389"/>
                    <a:gd name="connsiteX77" fmla="*/ 0 w 359962"/>
                    <a:gd name="connsiteY77" fmla="*/ 276840 h 371389"/>
                    <a:gd name="connsiteX78" fmla="*/ 0 w 359962"/>
                    <a:gd name="connsiteY78" fmla="*/ 278034 h 371389"/>
                    <a:gd name="connsiteX79" fmla="*/ 13364 w 359962"/>
                    <a:gd name="connsiteY79" fmla="*/ 291398 h 371389"/>
                    <a:gd name="connsiteX80" fmla="*/ 17141 w 359962"/>
                    <a:gd name="connsiteY80" fmla="*/ 291398 h 371389"/>
                    <a:gd name="connsiteX81" fmla="*/ 22855 w 359962"/>
                    <a:gd name="connsiteY81" fmla="*/ 285684 h 371389"/>
                    <a:gd name="connsiteX82" fmla="*/ 17141 w 359962"/>
                    <a:gd name="connsiteY82" fmla="*/ 279971 h 371389"/>
                    <a:gd name="connsiteX83" fmla="*/ 13364 w 359962"/>
                    <a:gd name="connsiteY83" fmla="*/ 279971 h 371389"/>
                    <a:gd name="connsiteX84" fmla="*/ 11427 w 359962"/>
                    <a:gd name="connsiteY84" fmla="*/ 278034 h 371389"/>
                    <a:gd name="connsiteX85" fmla="*/ 11427 w 359962"/>
                    <a:gd name="connsiteY85" fmla="*/ 276840 h 371389"/>
                    <a:gd name="connsiteX86" fmla="*/ 14010 w 359962"/>
                    <a:gd name="connsiteY86" fmla="*/ 274257 h 371389"/>
                    <a:gd name="connsiteX87" fmla="*/ 39996 w 359962"/>
                    <a:gd name="connsiteY87" fmla="*/ 11427 h 371389"/>
                    <a:gd name="connsiteX88" fmla="*/ 348535 w 359962"/>
                    <a:gd name="connsiteY88" fmla="*/ 11427 h 371389"/>
                    <a:gd name="connsiteX89" fmla="*/ 348535 w 359962"/>
                    <a:gd name="connsiteY89" fmla="*/ 359962 h 371389"/>
                    <a:gd name="connsiteX90" fmla="*/ 39996 w 359962"/>
                    <a:gd name="connsiteY90" fmla="*/ 359962 h 371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</a:cxnLst>
                  <a:rect l="l" t="t" r="r" b="b"/>
                  <a:pathLst>
                    <a:path w="359962" h="371389">
                      <a:moveTo>
                        <a:pt x="14010" y="274257"/>
                      </a:moveTo>
                      <a:lnTo>
                        <a:pt x="28568" y="274257"/>
                      </a:lnTo>
                      <a:lnTo>
                        <a:pt x="28568" y="319967"/>
                      </a:lnTo>
                      <a:lnTo>
                        <a:pt x="14010" y="319967"/>
                      </a:lnTo>
                      <a:cubicBezTo>
                        <a:pt x="6276" y="319976"/>
                        <a:pt x="10" y="326243"/>
                        <a:pt x="0" y="333976"/>
                      </a:cubicBezTo>
                      <a:lnTo>
                        <a:pt x="0" y="335171"/>
                      </a:lnTo>
                      <a:cubicBezTo>
                        <a:pt x="6" y="342549"/>
                        <a:pt x="5986" y="348529"/>
                        <a:pt x="13364" y="348535"/>
                      </a:cubicBezTo>
                      <a:lnTo>
                        <a:pt x="17141" y="348535"/>
                      </a:lnTo>
                      <a:cubicBezTo>
                        <a:pt x="20297" y="348535"/>
                        <a:pt x="22855" y="345977"/>
                        <a:pt x="22855" y="342821"/>
                      </a:cubicBezTo>
                      <a:cubicBezTo>
                        <a:pt x="22855" y="339666"/>
                        <a:pt x="20297" y="337108"/>
                        <a:pt x="17141" y="337108"/>
                      </a:cubicBezTo>
                      <a:lnTo>
                        <a:pt x="13364" y="337108"/>
                      </a:lnTo>
                      <a:cubicBezTo>
                        <a:pt x="12295" y="337108"/>
                        <a:pt x="11427" y="336240"/>
                        <a:pt x="11427" y="335171"/>
                      </a:cubicBezTo>
                      <a:lnTo>
                        <a:pt x="11427" y="333976"/>
                      </a:lnTo>
                      <a:cubicBezTo>
                        <a:pt x="11430" y="332551"/>
                        <a:pt x="12585" y="331397"/>
                        <a:pt x="14010" y="331394"/>
                      </a:cubicBezTo>
                      <a:lnTo>
                        <a:pt x="28568" y="331394"/>
                      </a:lnTo>
                      <a:lnTo>
                        <a:pt x="28568" y="365676"/>
                      </a:lnTo>
                      <a:cubicBezTo>
                        <a:pt x="28568" y="368832"/>
                        <a:pt x="31126" y="371390"/>
                        <a:pt x="34282" y="371390"/>
                      </a:cubicBezTo>
                      <a:lnTo>
                        <a:pt x="354249" y="371390"/>
                      </a:lnTo>
                      <a:cubicBezTo>
                        <a:pt x="357404" y="371390"/>
                        <a:pt x="359962" y="368832"/>
                        <a:pt x="359962" y="365676"/>
                      </a:cubicBezTo>
                      <a:lnTo>
                        <a:pt x="359962" y="5714"/>
                      </a:lnTo>
                      <a:cubicBezTo>
                        <a:pt x="359962" y="2558"/>
                        <a:pt x="357404" y="0"/>
                        <a:pt x="354249" y="0"/>
                      </a:cubicBezTo>
                      <a:lnTo>
                        <a:pt x="34282" y="0"/>
                      </a:lnTo>
                      <a:cubicBezTo>
                        <a:pt x="31126" y="0"/>
                        <a:pt x="28568" y="2558"/>
                        <a:pt x="28568" y="5714"/>
                      </a:cubicBezTo>
                      <a:lnTo>
                        <a:pt x="28568" y="34282"/>
                      </a:lnTo>
                      <a:lnTo>
                        <a:pt x="14010" y="34282"/>
                      </a:lnTo>
                      <a:cubicBezTo>
                        <a:pt x="6276" y="34292"/>
                        <a:pt x="10" y="40559"/>
                        <a:pt x="0" y="48292"/>
                      </a:cubicBezTo>
                      <a:lnTo>
                        <a:pt x="0" y="49486"/>
                      </a:lnTo>
                      <a:cubicBezTo>
                        <a:pt x="6" y="56864"/>
                        <a:pt x="5986" y="62844"/>
                        <a:pt x="13364" y="62851"/>
                      </a:cubicBezTo>
                      <a:lnTo>
                        <a:pt x="17141" y="62851"/>
                      </a:lnTo>
                      <a:cubicBezTo>
                        <a:pt x="20297" y="62851"/>
                        <a:pt x="22855" y="60293"/>
                        <a:pt x="22855" y="57137"/>
                      </a:cubicBezTo>
                      <a:cubicBezTo>
                        <a:pt x="22855" y="53981"/>
                        <a:pt x="20297" y="51423"/>
                        <a:pt x="17141" y="51423"/>
                      </a:cubicBezTo>
                      <a:lnTo>
                        <a:pt x="13364" y="51423"/>
                      </a:lnTo>
                      <a:cubicBezTo>
                        <a:pt x="12295" y="51423"/>
                        <a:pt x="11427" y="50556"/>
                        <a:pt x="11427" y="49486"/>
                      </a:cubicBezTo>
                      <a:lnTo>
                        <a:pt x="11427" y="48292"/>
                      </a:lnTo>
                      <a:cubicBezTo>
                        <a:pt x="11430" y="46867"/>
                        <a:pt x="12585" y="45712"/>
                        <a:pt x="14010" y="45710"/>
                      </a:cubicBezTo>
                      <a:lnTo>
                        <a:pt x="28568" y="45710"/>
                      </a:lnTo>
                      <a:lnTo>
                        <a:pt x="28568" y="91419"/>
                      </a:lnTo>
                      <a:lnTo>
                        <a:pt x="14010" y="91419"/>
                      </a:lnTo>
                      <a:cubicBezTo>
                        <a:pt x="6276" y="91429"/>
                        <a:pt x="10" y="97695"/>
                        <a:pt x="0" y="105429"/>
                      </a:cubicBezTo>
                      <a:lnTo>
                        <a:pt x="0" y="106623"/>
                      </a:lnTo>
                      <a:cubicBezTo>
                        <a:pt x="6" y="114001"/>
                        <a:pt x="5986" y="119981"/>
                        <a:pt x="13364" y="119987"/>
                      </a:cubicBezTo>
                      <a:lnTo>
                        <a:pt x="17141" y="119987"/>
                      </a:lnTo>
                      <a:cubicBezTo>
                        <a:pt x="20297" y="119987"/>
                        <a:pt x="22855" y="117429"/>
                        <a:pt x="22855" y="114274"/>
                      </a:cubicBezTo>
                      <a:cubicBezTo>
                        <a:pt x="22855" y="111118"/>
                        <a:pt x="20297" y="108560"/>
                        <a:pt x="17141" y="108560"/>
                      </a:cubicBezTo>
                      <a:lnTo>
                        <a:pt x="13364" y="108560"/>
                      </a:lnTo>
                      <a:cubicBezTo>
                        <a:pt x="12295" y="108560"/>
                        <a:pt x="11427" y="107693"/>
                        <a:pt x="11427" y="106623"/>
                      </a:cubicBezTo>
                      <a:lnTo>
                        <a:pt x="11427" y="105429"/>
                      </a:lnTo>
                      <a:cubicBezTo>
                        <a:pt x="11430" y="104004"/>
                        <a:pt x="12585" y="102849"/>
                        <a:pt x="14010" y="102846"/>
                      </a:cubicBezTo>
                      <a:lnTo>
                        <a:pt x="28568" y="102846"/>
                      </a:lnTo>
                      <a:lnTo>
                        <a:pt x="28568" y="148556"/>
                      </a:lnTo>
                      <a:lnTo>
                        <a:pt x="14010" y="148556"/>
                      </a:lnTo>
                      <a:cubicBezTo>
                        <a:pt x="6276" y="148566"/>
                        <a:pt x="10" y="154832"/>
                        <a:pt x="0" y="162566"/>
                      </a:cubicBezTo>
                      <a:lnTo>
                        <a:pt x="0" y="163760"/>
                      </a:lnTo>
                      <a:cubicBezTo>
                        <a:pt x="6" y="171138"/>
                        <a:pt x="5986" y="177118"/>
                        <a:pt x="13364" y="177124"/>
                      </a:cubicBezTo>
                      <a:lnTo>
                        <a:pt x="17141" y="177124"/>
                      </a:lnTo>
                      <a:cubicBezTo>
                        <a:pt x="20297" y="177124"/>
                        <a:pt x="22855" y="174566"/>
                        <a:pt x="22855" y="171411"/>
                      </a:cubicBezTo>
                      <a:cubicBezTo>
                        <a:pt x="22855" y="168255"/>
                        <a:pt x="20297" y="165697"/>
                        <a:pt x="17141" y="165697"/>
                      </a:cubicBezTo>
                      <a:lnTo>
                        <a:pt x="13364" y="165697"/>
                      </a:lnTo>
                      <a:cubicBezTo>
                        <a:pt x="12295" y="165697"/>
                        <a:pt x="11427" y="164830"/>
                        <a:pt x="11427" y="163760"/>
                      </a:cubicBezTo>
                      <a:lnTo>
                        <a:pt x="11427" y="162566"/>
                      </a:lnTo>
                      <a:cubicBezTo>
                        <a:pt x="11430" y="161141"/>
                        <a:pt x="12585" y="159986"/>
                        <a:pt x="14010" y="159983"/>
                      </a:cubicBezTo>
                      <a:lnTo>
                        <a:pt x="28568" y="159983"/>
                      </a:lnTo>
                      <a:lnTo>
                        <a:pt x="28568" y="205693"/>
                      </a:lnTo>
                      <a:lnTo>
                        <a:pt x="14010" y="205693"/>
                      </a:lnTo>
                      <a:cubicBezTo>
                        <a:pt x="6276" y="205702"/>
                        <a:pt x="10" y="211969"/>
                        <a:pt x="0" y="219703"/>
                      </a:cubicBezTo>
                      <a:lnTo>
                        <a:pt x="0" y="220897"/>
                      </a:lnTo>
                      <a:cubicBezTo>
                        <a:pt x="6" y="228275"/>
                        <a:pt x="5986" y="234255"/>
                        <a:pt x="13364" y="234261"/>
                      </a:cubicBezTo>
                      <a:lnTo>
                        <a:pt x="17141" y="234261"/>
                      </a:lnTo>
                      <a:cubicBezTo>
                        <a:pt x="20297" y="234261"/>
                        <a:pt x="22855" y="231703"/>
                        <a:pt x="22855" y="228548"/>
                      </a:cubicBezTo>
                      <a:cubicBezTo>
                        <a:pt x="22855" y="225392"/>
                        <a:pt x="20297" y="222834"/>
                        <a:pt x="17141" y="222834"/>
                      </a:cubicBezTo>
                      <a:lnTo>
                        <a:pt x="13364" y="222834"/>
                      </a:lnTo>
                      <a:cubicBezTo>
                        <a:pt x="12295" y="222834"/>
                        <a:pt x="11427" y="221966"/>
                        <a:pt x="11427" y="220897"/>
                      </a:cubicBezTo>
                      <a:lnTo>
                        <a:pt x="11427" y="219703"/>
                      </a:lnTo>
                      <a:cubicBezTo>
                        <a:pt x="11430" y="218278"/>
                        <a:pt x="12585" y="217123"/>
                        <a:pt x="14010" y="217120"/>
                      </a:cubicBezTo>
                      <a:lnTo>
                        <a:pt x="28568" y="217120"/>
                      </a:lnTo>
                      <a:lnTo>
                        <a:pt x="28568" y="262830"/>
                      </a:lnTo>
                      <a:lnTo>
                        <a:pt x="14010" y="262830"/>
                      </a:lnTo>
                      <a:cubicBezTo>
                        <a:pt x="6276" y="262839"/>
                        <a:pt x="10" y="269106"/>
                        <a:pt x="0" y="276840"/>
                      </a:cubicBezTo>
                      <a:lnTo>
                        <a:pt x="0" y="278034"/>
                      </a:lnTo>
                      <a:cubicBezTo>
                        <a:pt x="6" y="285412"/>
                        <a:pt x="5986" y="291392"/>
                        <a:pt x="13364" y="291398"/>
                      </a:cubicBezTo>
                      <a:lnTo>
                        <a:pt x="17141" y="291398"/>
                      </a:lnTo>
                      <a:cubicBezTo>
                        <a:pt x="20297" y="291398"/>
                        <a:pt x="22855" y="288840"/>
                        <a:pt x="22855" y="285684"/>
                      </a:cubicBezTo>
                      <a:cubicBezTo>
                        <a:pt x="22855" y="282529"/>
                        <a:pt x="20297" y="279971"/>
                        <a:pt x="17141" y="279971"/>
                      </a:cubicBezTo>
                      <a:lnTo>
                        <a:pt x="13364" y="279971"/>
                      </a:lnTo>
                      <a:cubicBezTo>
                        <a:pt x="12295" y="279971"/>
                        <a:pt x="11427" y="279103"/>
                        <a:pt x="11427" y="278034"/>
                      </a:cubicBezTo>
                      <a:lnTo>
                        <a:pt x="11427" y="276840"/>
                      </a:lnTo>
                      <a:cubicBezTo>
                        <a:pt x="11430" y="275415"/>
                        <a:pt x="12585" y="274260"/>
                        <a:pt x="14010" y="274257"/>
                      </a:cubicBezTo>
                      <a:close/>
                      <a:moveTo>
                        <a:pt x="39996" y="11427"/>
                      </a:moveTo>
                      <a:lnTo>
                        <a:pt x="348535" y="11427"/>
                      </a:lnTo>
                      <a:lnTo>
                        <a:pt x="348535" y="359962"/>
                      </a:lnTo>
                      <a:lnTo>
                        <a:pt x="39996" y="359962"/>
                      </a:lnTo>
                      <a:close/>
                    </a:path>
                  </a:pathLst>
                </a:custGeom>
                <a:grpFill/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040DC09-D28D-DB83-BF1F-3FCFDE5FA995}"/>
              </a:ext>
            </a:extLst>
          </p:cNvPr>
          <p:cNvGrpSpPr/>
          <p:nvPr/>
        </p:nvGrpSpPr>
        <p:grpSpPr>
          <a:xfrm>
            <a:off x="3707396" y="4187221"/>
            <a:ext cx="1745138" cy="1964461"/>
            <a:chOff x="3707396" y="4187221"/>
            <a:chExt cx="1745138" cy="1964461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C76B02C-AAA4-FA8F-23E9-87D48C594738}"/>
                </a:ext>
              </a:extLst>
            </p:cNvPr>
            <p:cNvSpPr/>
            <p:nvPr/>
          </p:nvSpPr>
          <p:spPr>
            <a:xfrm>
              <a:off x="3794225" y="4187221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40213AF-D4F8-FE40-4D94-AAD141F2172C}"/>
                </a:ext>
              </a:extLst>
            </p:cNvPr>
            <p:cNvSpPr/>
            <p:nvPr/>
          </p:nvSpPr>
          <p:spPr>
            <a:xfrm>
              <a:off x="4058568" y="4252825"/>
              <a:ext cx="1083092" cy="108309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0B84D3-B810-16FB-3EAA-7D5FA367B47E}"/>
                </a:ext>
              </a:extLst>
            </p:cNvPr>
            <p:cNvSpPr txBox="1"/>
            <p:nvPr/>
          </p:nvSpPr>
          <p:spPr>
            <a:xfrm>
              <a:off x="3707396" y="5516545"/>
              <a:ext cx="1745138" cy="6351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rgbClr val="FFFFFF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Data-Collection-Builder — SDR, XDM, elements, rules.</a:t>
              </a:r>
            </a:p>
          </p:txBody>
        </p:sp>
        <p:grpSp>
          <p:nvGrpSpPr>
            <p:cNvPr id="121" name="Graphic 85" descr="Folder Search outline">
              <a:extLst>
                <a:ext uri="{FF2B5EF4-FFF2-40B4-BE49-F238E27FC236}">
                  <a16:creationId xmlns:a16="http://schemas.microsoft.com/office/drawing/2014/main" id="{2566AF5D-00E5-9758-52A4-403FD63AC1D1}"/>
                </a:ext>
              </a:extLst>
            </p:cNvPr>
            <p:cNvGrpSpPr/>
            <p:nvPr/>
          </p:nvGrpSpPr>
          <p:grpSpPr>
            <a:xfrm>
              <a:off x="4405848" y="4617246"/>
              <a:ext cx="391541" cy="399976"/>
              <a:chOff x="4405848" y="4617246"/>
              <a:chExt cx="391541" cy="399976"/>
            </a:xfrm>
            <a:gradFill flip="none" rotWithShape="1">
              <a:gsLst>
                <a:gs pos="3497">
                  <a:srgbClr val="E8433B"/>
                </a:gs>
                <a:gs pos="100000">
                  <a:srgbClr val="8D43A1"/>
                </a:gs>
              </a:gsLst>
              <a:lin ang="18900000" scaled="1"/>
              <a:tileRect/>
            </a:gradFill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C318BE9-4E56-7628-C31F-6BA52C26D672}"/>
                  </a:ext>
                </a:extLst>
              </p:cNvPr>
              <p:cNvSpPr/>
              <p:nvPr/>
            </p:nvSpPr>
            <p:spPr>
              <a:xfrm>
                <a:off x="4420132" y="4720093"/>
                <a:ext cx="374594" cy="177124"/>
              </a:xfrm>
              <a:custGeom>
                <a:avLst/>
                <a:gdLst>
                  <a:gd name="connsiteX0" fmla="*/ 202836 w 374594"/>
                  <a:gd name="connsiteY0" fmla="*/ 165697 h 177124"/>
                  <a:gd name="connsiteX1" fmla="*/ 17141 w 374594"/>
                  <a:gd name="connsiteY1" fmla="*/ 165697 h 177124"/>
                  <a:gd name="connsiteX2" fmla="*/ 79500 w 374594"/>
                  <a:gd name="connsiteY2" fmla="*/ 14953 h 177124"/>
                  <a:gd name="connsiteX3" fmla="*/ 84774 w 374594"/>
                  <a:gd name="connsiteY3" fmla="*/ 11427 h 177124"/>
                  <a:gd name="connsiteX4" fmla="*/ 357454 w 374594"/>
                  <a:gd name="connsiteY4" fmla="*/ 11427 h 177124"/>
                  <a:gd name="connsiteX5" fmla="*/ 363163 w 374594"/>
                  <a:gd name="connsiteY5" fmla="*/ 17146 h 177124"/>
                  <a:gd name="connsiteX6" fmla="*/ 362711 w 374594"/>
                  <a:gd name="connsiteY6" fmla="*/ 19369 h 177124"/>
                  <a:gd name="connsiteX7" fmla="*/ 340427 w 374594"/>
                  <a:gd name="connsiteY7" fmla="*/ 72050 h 177124"/>
                  <a:gd name="connsiteX8" fmla="*/ 350952 w 374594"/>
                  <a:gd name="connsiteY8" fmla="*/ 76506 h 177124"/>
                  <a:gd name="connsiteX9" fmla="*/ 373235 w 374594"/>
                  <a:gd name="connsiteY9" fmla="*/ 23820 h 177124"/>
                  <a:gd name="connsiteX10" fmla="*/ 364128 w 374594"/>
                  <a:gd name="connsiteY10" fmla="*/ 1355 h 177124"/>
                  <a:gd name="connsiteX11" fmla="*/ 357454 w 374594"/>
                  <a:gd name="connsiteY11" fmla="*/ 0 h 177124"/>
                  <a:gd name="connsiteX12" fmla="*/ 84774 w 374594"/>
                  <a:gd name="connsiteY12" fmla="*/ 0 h 177124"/>
                  <a:gd name="connsiteX13" fmla="*/ 68936 w 374594"/>
                  <a:gd name="connsiteY13" fmla="*/ 10588 h 177124"/>
                  <a:gd name="connsiteX14" fmla="*/ 0 w 374594"/>
                  <a:gd name="connsiteY14" fmla="*/ 177124 h 177124"/>
                  <a:gd name="connsiteX15" fmla="*/ 202836 w 374594"/>
                  <a:gd name="connsiteY15" fmla="*/ 177124 h 177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4594" h="177124">
                    <a:moveTo>
                      <a:pt x="202836" y="165697"/>
                    </a:moveTo>
                    <a:lnTo>
                      <a:pt x="17141" y="165697"/>
                    </a:lnTo>
                    <a:lnTo>
                      <a:pt x="79500" y="14953"/>
                    </a:lnTo>
                    <a:cubicBezTo>
                      <a:pt x="80377" y="12814"/>
                      <a:pt x="82462" y="11420"/>
                      <a:pt x="84774" y="11427"/>
                    </a:cubicBezTo>
                    <a:lnTo>
                      <a:pt x="357454" y="11427"/>
                    </a:lnTo>
                    <a:cubicBezTo>
                      <a:pt x="360610" y="11430"/>
                      <a:pt x="363165" y="13990"/>
                      <a:pt x="363163" y="17146"/>
                    </a:cubicBezTo>
                    <a:cubicBezTo>
                      <a:pt x="363163" y="17910"/>
                      <a:pt x="363008" y="18666"/>
                      <a:pt x="362711" y="19369"/>
                    </a:cubicBezTo>
                    <a:lnTo>
                      <a:pt x="340427" y="72050"/>
                    </a:lnTo>
                    <a:lnTo>
                      <a:pt x="350952" y="76506"/>
                    </a:lnTo>
                    <a:lnTo>
                      <a:pt x="373235" y="23820"/>
                    </a:lnTo>
                    <a:cubicBezTo>
                      <a:pt x="376924" y="15102"/>
                      <a:pt x="372847" y="5044"/>
                      <a:pt x="364128" y="1355"/>
                    </a:cubicBezTo>
                    <a:cubicBezTo>
                      <a:pt x="362016" y="461"/>
                      <a:pt x="359747" y="1"/>
                      <a:pt x="357454" y="0"/>
                    </a:cubicBezTo>
                    <a:lnTo>
                      <a:pt x="84774" y="0"/>
                    </a:lnTo>
                    <a:cubicBezTo>
                      <a:pt x="77833" y="-18"/>
                      <a:pt x="71572" y="4167"/>
                      <a:pt x="68936" y="10588"/>
                    </a:cubicBezTo>
                    <a:lnTo>
                      <a:pt x="0" y="177124"/>
                    </a:lnTo>
                    <a:lnTo>
                      <a:pt x="202836" y="177124"/>
                    </a:ln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872579AB-2A0C-70C9-D934-0A3738FC4194}"/>
                  </a:ext>
                </a:extLst>
              </p:cNvPr>
              <p:cNvSpPr/>
              <p:nvPr/>
            </p:nvSpPr>
            <p:spPr>
              <a:xfrm>
                <a:off x="4582971" y="4802788"/>
                <a:ext cx="214417" cy="214434"/>
              </a:xfrm>
              <a:custGeom>
                <a:avLst/>
                <a:gdLst>
                  <a:gd name="connsiteX0" fmla="*/ 191707 w 214417"/>
                  <a:gd name="connsiteY0" fmla="*/ 22711 h 214434"/>
                  <a:gd name="connsiteX1" fmla="*/ 82679 w 214417"/>
                  <a:gd name="connsiteY1" fmla="*/ 22450 h 214434"/>
                  <a:gd name="connsiteX2" fmla="*/ 78787 w 214417"/>
                  <a:gd name="connsiteY2" fmla="*/ 127568 h 214434"/>
                  <a:gd name="connsiteX3" fmla="*/ 69222 w 214417"/>
                  <a:gd name="connsiteY3" fmla="*/ 137133 h 214434"/>
                  <a:gd name="connsiteX4" fmla="*/ 45636 w 214417"/>
                  <a:gd name="connsiteY4" fmla="*/ 140516 h 214434"/>
                  <a:gd name="connsiteX5" fmla="*/ 5858 w 214417"/>
                  <a:gd name="connsiteY5" fmla="*/ 180294 h 214434"/>
                  <a:gd name="connsiteX6" fmla="*/ 5858 w 214417"/>
                  <a:gd name="connsiteY6" fmla="*/ 208577 h 214434"/>
                  <a:gd name="connsiteX7" fmla="*/ 34140 w 214417"/>
                  <a:gd name="connsiteY7" fmla="*/ 208577 h 214434"/>
                  <a:gd name="connsiteX8" fmla="*/ 73925 w 214417"/>
                  <a:gd name="connsiteY8" fmla="*/ 168798 h 214434"/>
                  <a:gd name="connsiteX9" fmla="*/ 77301 w 214417"/>
                  <a:gd name="connsiteY9" fmla="*/ 145212 h 214434"/>
                  <a:gd name="connsiteX10" fmla="*/ 86849 w 214417"/>
                  <a:gd name="connsiteY10" fmla="*/ 135630 h 214434"/>
                  <a:gd name="connsiteX11" fmla="*/ 195598 w 214417"/>
                  <a:gd name="connsiteY11" fmla="*/ 127829 h 214434"/>
                  <a:gd name="connsiteX12" fmla="*/ 191707 w 214417"/>
                  <a:gd name="connsiteY12" fmla="*/ 22711 h 214434"/>
                  <a:gd name="connsiteX13" fmla="*/ 90700 w 214417"/>
                  <a:gd name="connsiteY13" fmla="*/ 30790 h 214434"/>
                  <a:gd name="connsiteX14" fmla="*/ 162841 w 214417"/>
                  <a:gd name="connsiteY14" fmla="*/ 16809 h 214434"/>
                  <a:gd name="connsiteX15" fmla="*/ 133421 w 214417"/>
                  <a:gd name="connsiteY15" fmla="*/ 83002 h 214434"/>
                  <a:gd name="connsiteX16" fmla="*/ 71765 w 214417"/>
                  <a:gd name="connsiteY16" fmla="*/ 83002 h 214434"/>
                  <a:gd name="connsiteX17" fmla="*/ 90700 w 214417"/>
                  <a:gd name="connsiteY17" fmla="*/ 30790 h 214434"/>
                  <a:gd name="connsiteX18" fmla="*/ 65840 w 214417"/>
                  <a:gd name="connsiteY18" fmla="*/ 160708 h 214434"/>
                  <a:gd name="connsiteX19" fmla="*/ 26061 w 214417"/>
                  <a:gd name="connsiteY19" fmla="*/ 200487 h 214434"/>
                  <a:gd name="connsiteX20" fmla="*/ 13937 w 214417"/>
                  <a:gd name="connsiteY20" fmla="*/ 200487 h 214434"/>
                  <a:gd name="connsiteX21" fmla="*/ 13937 w 214417"/>
                  <a:gd name="connsiteY21" fmla="*/ 188362 h 214434"/>
                  <a:gd name="connsiteX22" fmla="*/ 53710 w 214417"/>
                  <a:gd name="connsiteY22" fmla="*/ 148578 h 214434"/>
                  <a:gd name="connsiteX23" fmla="*/ 65840 w 214417"/>
                  <a:gd name="connsiteY23" fmla="*/ 148578 h 214434"/>
                  <a:gd name="connsiteX24" fmla="*/ 65840 w 214417"/>
                  <a:gd name="connsiteY24" fmla="*/ 160708 h 214434"/>
                  <a:gd name="connsiteX25" fmla="*/ 183627 w 214417"/>
                  <a:gd name="connsiteY25" fmla="*/ 123723 h 214434"/>
                  <a:gd name="connsiteX26" fmla="*/ 90865 w 214417"/>
                  <a:gd name="connsiteY26" fmla="*/ 123883 h 214434"/>
                  <a:gd name="connsiteX27" fmla="*/ 73816 w 214417"/>
                  <a:gd name="connsiteY27" fmla="*/ 94429 h 214434"/>
                  <a:gd name="connsiteX28" fmla="*/ 140838 w 214417"/>
                  <a:gd name="connsiteY28" fmla="*/ 94429 h 214434"/>
                  <a:gd name="connsiteX29" fmla="*/ 172960 w 214417"/>
                  <a:gd name="connsiteY29" fmla="*/ 22168 h 214434"/>
                  <a:gd name="connsiteX30" fmla="*/ 192341 w 214417"/>
                  <a:gd name="connsiteY30" fmla="*/ 112958 h 214434"/>
                  <a:gd name="connsiteX31" fmla="*/ 183627 w 214417"/>
                  <a:gd name="connsiteY31" fmla="*/ 123717 h 214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4417" h="214434">
                    <a:moveTo>
                      <a:pt x="191707" y="22711"/>
                    </a:moveTo>
                    <a:cubicBezTo>
                      <a:pt x="161672" y="-7468"/>
                      <a:pt x="112858" y="-7585"/>
                      <a:pt x="82679" y="22450"/>
                    </a:cubicBezTo>
                    <a:cubicBezTo>
                      <a:pt x="53966" y="51026"/>
                      <a:pt x="52266" y="96948"/>
                      <a:pt x="78787" y="127568"/>
                    </a:cubicBezTo>
                    <a:lnTo>
                      <a:pt x="69222" y="137133"/>
                    </a:lnTo>
                    <a:cubicBezTo>
                      <a:pt x="61473" y="132943"/>
                      <a:pt x="51895" y="134316"/>
                      <a:pt x="45636" y="140516"/>
                    </a:cubicBezTo>
                    <a:lnTo>
                      <a:pt x="5858" y="180294"/>
                    </a:lnTo>
                    <a:cubicBezTo>
                      <a:pt x="-1953" y="188104"/>
                      <a:pt x="-1953" y="200767"/>
                      <a:pt x="5858" y="208577"/>
                    </a:cubicBezTo>
                    <a:cubicBezTo>
                      <a:pt x="13668" y="216387"/>
                      <a:pt x="26330" y="216387"/>
                      <a:pt x="34140" y="208577"/>
                    </a:cubicBezTo>
                    <a:lnTo>
                      <a:pt x="73925" y="168798"/>
                    </a:lnTo>
                    <a:cubicBezTo>
                      <a:pt x="80122" y="162539"/>
                      <a:pt x="81494" y="152960"/>
                      <a:pt x="77301" y="145212"/>
                    </a:cubicBezTo>
                    <a:lnTo>
                      <a:pt x="86849" y="135630"/>
                    </a:lnTo>
                    <a:cubicBezTo>
                      <a:pt x="119034" y="163506"/>
                      <a:pt x="167722" y="160014"/>
                      <a:pt x="195598" y="127829"/>
                    </a:cubicBezTo>
                    <a:cubicBezTo>
                      <a:pt x="222119" y="97209"/>
                      <a:pt x="220419" y="51286"/>
                      <a:pt x="191707" y="22711"/>
                    </a:cubicBezTo>
                    <a:close/>
                    <a:moveTo>
                      <a:pt x="90700" y="30790"/>
                    </a:moveTo>
                    <a:cubicBezTo>
                      <a:pt x="109659" y="11878"/>
                      <a:pt x="138190" y="6349"/>
                      <a:pt x="162841" y="16809"/>
                    </a:cubicBezTo>
                    <a:lnTo>
                      <a:pt x="133421" y="83002"/>
                    </a:lnTo>
                    <a:lnTo>
                      <a:pt x="71765" y="83002"/>
                    </a:lnTo>
                    <a:cubicBezTo>
                      <a:pt x="70035" y="63653"/>
                      <a:pt x="76970" y="44532"/>
                      <a:pt x="90700" y="30790"/>
                    </a:cubicBezTo>
                    <a:close/>
                    <a:moveTo>
                      <a:pt x="65840" y="160708"/>
                    </a:moveTo>
                    <a:lnTo>
                      <a:pt x="26061" y="200487"/>
                    </a:lnTo>
                    <a:cubicBezTo>
                      <a:pt x="22713" y="203835"/>
                      <a:pt x="17285" y="203835"/>
                      <a:pt x="13937" y="200487"/>
                    </a:cubicBezTo>
                    <a:cubicBezTo>
                      <a:pt x="10588" y="197138"/>
                      <a:pt x="10588" y="191710"/>
                      <a:pt x="13937" y="188362"/>
                    </a:cubicBezTo>
                    <a:lnTo>
                      <a:pt x="53710" y="148578"/>
                    </a:lnTo>
                    <a:cubicBezTo>
                      <a:pt x="57060" y="145228"/>
                      <a:pt x="62490" y="145228"/>
                      <a:pt x="65840" y="148578"/>
                    </a:cubicBezTo>
                    <a:cubicBezTo>
                      <a:pt x="69190" y="151927"/>
                      <a:pt x="69190" y="157358"/>
                      <a:pt x="65840" y="160708"/>
                    </a:cubicBezTo>
                    <a:close/>
                    <a:moveTo>
                      <a:pt x="183627" y="123723"/>
                    </a:moveTo>
                    <a:cubicBezTo>
                      <a:pt x="158056" y="149383"/>
                      <a:pt x="116525" y="149455"/>
                      <a:pt x="90865" y="123883"/>
                    </a:cubicBezTo>
                    <a:cubicBezTo>
                      <a:pt x="82689" y="115736"/>
                      <a:pt x="76809" y="105576"/>
                      <a:pt x="73816" y="94429"/>
                    </a:cubicBezTo>
                    <a:lnTo>
                      <a:pt x="140838" y="94429"/>
                    </a:lnTo>
                    <a:lnTo>
                      <a:pt x="172960" y="22168"/>
                    </a:lnTo>
                    <a:cubicBezTo>
                      <a:pt x="203383" y="41887"/>
                      <a:pt x="212061" y="82535"/>
                      <a:pt x="192341" y="112958"/>
                    </a:cubicBezTo>
                    <a:cubicBezTo>
                      <a:pt x="189824" y="116842"/>
                      <a:pt x="186903" y="120448"/>
                      <a:pt x="183627" y="123717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53C3103-B924-81FE-41F1-9CAFF758607B}"/>
                  </a:ext>
                </a:extLst>
              </p:cNvPr>
              <p:cNvSpPr/>
              <p:nvPr/>
            </p:nvSpPr>
            <p:spPr>
              <a:xfrm>
                <a:off x="4405848" y="4617246"/>
                <a:ext cx="348534" cy="279970"/>
              </a:xfrm>
              <a:custGeom>
                <a:avLst/>
                <a:gdLst>
                  <a:gd name="connsiteX0" fmla="*/ 116662 w 348534"/>
                  <a:gd name="connsiteY0" fmla="*/ 11427 h 279970"/>
                  <a:gd name="connsiteX1" fmla="*/ 119725 w 348534"/>
                  <a:gd name="connsiteY1" fmla="*/ 12319 h 279970"/>
                  <a:gd name="connsiteX2" fmla="*/ 176964 w 348534"/>
                  <a:gd name="connsiteY2" fmla="*/ 48743 h 279970"/>
                  <a:gd name="connsiteX3" fmla="*/ 186163 w 348534"/>
                  <a:gd name="connsiteY3" fmla="*/ 51423 h 279970"/>
                  <a:gd name="connsiteX4" fmla="*/ 331394 w 348534"/>
                  <a:gd name="connsiteY4" fmla="*/ 51423 h 279970"/>
                  <a:gd name="connsiteX5" fmla="*/ 337108 w 348534"/>
                  <a:gd name="connsiteY5" fmla="*/ 57137 h 279970"/>
                  <a:gd name="connsiteX6" fmla="*/ 337108 w 348534"/>
                  <a:gd name="connsiteY6" fmla="*/ 91419 h 279970"/>
                  <a:gd name="connsiteX7" fmla="*/ 348535 w 348534"/>
                  <a:gd name="connsiteY7" fmla="*/ 91419 h 279970"/>
                  <a:gd name="connsiteX8" fmla="*/ 348535 w 348534"/>
                  <a:gd name="connsiteY8" fmla="*/ 57137 h 279970"/>
                  <a:gd name="connsiteX9" fmla="*/ 331394 w 348534"/>
                  <a:gd name="connsiteY9" fmla="*/ 39996 h 279970"/>
                  <a:gd name="connsiteX10" fmla="*/ 186163 w 348534"/>
                  <a:gd name="connsiteY10" fmla="*/ 39996 h 279970"/>
                  <a:gd name="connsiteX11" fmla="*/ 183101 w 348534"/>
                  <a:gd name="connsiteY11" fmla="*/ 39104 h 279970"/>
                  <a:gd name="connsiteX12" fmla="*/ 125861 w 348534"/>
                  <a:gd name="connsiteY12" fmla="*/ 2680 h 279970"/>
                  <a:gd name="connsiteX13" fmla="*/ 116662 w 348534"/>
                  <a:gd name="connsiteY13" fmla="*/ 0 h 279970"/>
                  <a:gd name="connsiteX14" fmla="*/ 17141 w 348534"/>
                  <a:gd name="connsiteY14" fmla="*/ 0 h 279970"/>
                  <a:gd name="connsiteX15" fmla="*/ 0 w 348534"/>
                  <a:gd name="connsiteY15" fmla="*/ 17141 h 279970"/>
                  <a:gd name="connsiteX16" fmla="*/ 0 w 348534"/>
                  <a:gd name="connsiteY16" fmla="*/ 279971 h 279970"/>
                  <a:gd name="connsiteX17" fmla="*/ 11427 w 348534"/>
                  <a:gd name="connsiteY17" fmla="*/ 279971 h 279970"/>
                  <a:gd name="connsiteX18" fmla="*/ 11427 w 348534"/>
                  <a:gd name="connsiteY18" fmla="*/ 17141 h 279970"/>
                  <a:gd name="connsiteX19" fmla="*/ 17141 w 348534"/>
                  <a:gd name="connsiteY19" fmla="*/ 11427 h 279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48534" h="279970">
                    <a:moveTo>
                      <a:pt x="116662" y="11427"/>
                    </a:moveTo>
                    <a:cubicBezTo>
                      <a:pt x="117747" y="11428"/>
                      <a:pt x="118809" y="11737"/>
                      <a:pt x="119725" y="12319"/>
                    </a:cubicBezTo>
                    <a:lnTo>
                      <a:pt x="176964" y="48743"/>
                    </a:lnTo>
                    <a:cubicBezTo>
                      <a:pt x="179712" y="50497"/>
                      <a:pt x="182904" y="51427"/>
                      <a:pt x="186163" y="51423"/>
                    </a:cubicBezTo>
                    <a:lnTo>
                      <a:pt x="331394" y="51423"/>
                    </a:lnTo>
                    <a:cubicBezTo>
                      <a:pt x="334550" y="51423"/>
                      <a:pt x="337108" y="53981"/>
                      <a:pt x="337108" y="57137"/>
                    </a:cubicBezTo>
                    <a:lnTo>
                      <a:pt x="337108" y="91419"/>
                    </a:lnTo>
                    <a:lnTo>
                      <a:pt x="348535" y="91419"/>
                    </a:lnTo>
                    <a:lnTo>
                      <a:pt x="348535" y="57137"/>
                    </a:lnTo>
                    <a:cubicBezTo>
                      <a:pt x="348535" y="47670"/>
                      <a:pt x="340861" y="39996"/>
                      <a:pt x="331394" y="39996"/>
                    </a:cubicBezTo>
                    <a:lnTo>
                      <a:pt x="186163" y="39996"/>
                    </a:lnTo>
                    <a:cubicBezTo>
                      <a:pt x="185078" y="39995"/>
                      <a:pt x="184016" y="39686"/>
                      <a:pt x="183101" y="39104"/>
                    </a:cubicBezTo>
                    <a:lnTo>
                      <a:pt x="125861" y="2680"/>
                    </a:lnTo>
                    <a:cubicBezTo>
                      <a:pt x="123113" y="926"/>
                      <a:pt x="119921" y="-3"/>
                      <a:pt x="116662" y="0"/>
                    </a:cubicBezTo>
                    <a:lnTo>
                      <a:pt x="17141" y="0"/>
                    </a:lnTo>
                    <a:cubicBezTo>
                      <a:pt x="7674" y="0"/>
                      <a:pt x="0" y="7674"/>
                      <a:pt x="0" y="17141"/>
                    </a:cubicBezTo>
                    <a:lnTo>
                      <a:pt x="0" y="279971"/>
                    </a:lnTo>
                    <a:lnTo>
                      <a:pt x="11427" y="279971"/>
                    </a:lnTo>
                    <a:lnTo>
                      <a:pt x="11427" y="17141"/>
                    </a:lnTo>
                    <a:cubicBezTo>
                      <a:pt x="11427" y="13985"/>
                      <a:pt x="13985" y="11427"/>
                      <a:pt x="17141" y="11427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69BB249-089A-9E44-8AD6-CAFA052C6846}"/>
              </a:ext>
            </a:extLst>
          </p:cNvPr>
          <p:cNvGrpSpPr/>
          <p:nvPr/>
        </p:nvGrpSpPr>
        <p:grpSpPr>
          <a:xfrm>
            <a:off x="5231396" y="1260635"/>
            <a:ext cx="1745138" cy="2152802"/>
            <a:chOff x="5231396" y="1260635"/>
            <a:chExt cx="1745138" cy="2152802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E3E7F20-B55F-AA00-3590-599AFE1FE315}"/>
                </a:ext>
              </a:extLst>
            </p:cNvPr>
            <p:cNvSpPr/>
            <p:nvPr/>
          </p:nvSpPr>
          <p:spPr>
            <a:xfrm flipV="1">
              <a:off x="5288099" y="2023636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047190C-3660-0F98-716B-018B5BA28AEA}"/>
                </a:ext>
              </a:extLst>
            </p:cNvPr>
            <p:cNvSpPr/>
            <p:nvPr/>
          </p:nvSpPr>
          <p:spPr>
            <a:xfrm flipV="1">
              <a:off x="5552442" y="2089240"/>
              <a:ext cx="1083092" cy="108309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0E509D7-6617-FB6C-BBDA-79D959770F07}"/>
                </a:ext>
              </a:extLst>
            </p:cNvPr>
            <p:cNvSpPr txBox="1"/>
            <p:nvPr/>
          </p:nvSpPr>
          <p:spPr>
            <a:xfrm>
              <a:off x="5231396" y="1260635"/>
              <a:ext cx="1745138" cy="6351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IN" sz="1400" dirty="0">
                  <a:solidFill>
                    <a:srgbClr val="FFFFFF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Property-Creator — the Launch property, via API.</a:t>
              </a:r>
            </a:p>
          </p:txBody>
        </p:sp>
        <p:grpSp>
          <p:nvGrpSpPr>
            <p:cNvPr id="102" name="Graphic 87" descr="Gears outline">
              <a:extLst>
                <a:ext uri="{FF2B5EF4-FFF2-40B4-BE49-F238E27FC236}">
                  <a16:creationId xmlns:a16="http://schemas.microsoft.com/office/drawing/2014/main" id="{C826D27B-D6C9-4A52-6414-4FB365CA6131}"/>
                </a:ext>
              </a:extLst>
            </p:cNvPr>
            <p:cNvGrpSpPr/>
            <p:nvPr/>
          </p:nvGrpSpPr>
          <p:grpSpPr>
            <a:xfrm>
              <a:off x="5907721" y="2405095"/>
              <a:ext cx="372532" cy="450912"/>
              <a:chOff x="5907721" y="2405095"/>
              <a:chExt cx="372532" cy="450912"/>
            </a:xfrm>
            <a:gradFill flip="none" rotWithShape="1">
              <a:gsLst>
                <a:gs pos="3497">
                  <a:srgbClr val="E8433B"/>
                </a:gs>
                <a:gs pos="100000">
                  <a:srgbClr val="8D43A1"/>
                </a:gs>
              </a:gsLst>
              <a:lin ang="18900000" scaled="1"/>
              <a:tileRect/>
            </a:gradFill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5F6D7E3-4436-4A16-5EAA-A3DD8DC5907E}"/>
                  </a:ext>
                </a:extLst>
              </p:cNvPr>
              <p:cNvSpPr/>
              <p:nvPr/>
            </p:nvSpPr>
            <p:spPr>
              <a:xfrm>
                <a:off x="6036851" y="2405095"/>
                <a:ext cx="243403" cy="242831"/>
              </a:xfrm>
              <a:custGeom>
                <a:avLst/>
                <a:gdLst>
                  <a:gd name="connsiteX0" fmla="*/ 208550 w 243403"/>
                  <a:gd name="connsiteY0" fmla="*/ 170902 h 242831"/>
                  <a:gd name="connsiteX1" fmla="*/ 218263 w 243403"/>
                  <a:gd name="connsiteY1" fmla="*/ 148619 h 242831"/>
                  <a:gd name="connsiteX2" fmla="*/ 243403 w 243403"/>
                  <a:gd name="connsiteY2" fmla="*/ 136049 h 242831"/>
                  <a:gd name="connsiteX3" fmla="*/ 243403 w 243403"/>
                  <a:gd name="connsiteY3" fmla="*/ 107480 h 242831"/>
                  <a:gd name="connsiteX4" fmla="*/ 218263 w 243403"/>
                  <a:gd name="connsiteY4" fmla="*/ 94910 h 242831"/>
                  <a:gd name="connsiteX5" fmla="*/ 209121 w 243403"/>
                  <a:gd name="connsiteY5" fmla="*/ 72627 h 242831"/>
                  <a:gd name="connsiteX6" fmla="*/ 218263 w 243403"/>
                  <a:gd name="connsiteY6" fmla="*/ 45772 h 242831"/>
                  <a:gd name="connsiteX7" fmla="*/ 197694 w 243403"/>
                  <a:gd name="connsiteY7" fmla="*/ 25203 h 242831"/>
                  <a:gd name="connsiteX8" fmla="*/ 170839 w 243403"/>
                  <a:gd name="connsiteY8" fmla="*/ 34345 h 242831"/>
                  <a:gd name="connsiteX9" fmla="*/ 148556 w 243403"/>
                  <a:gd name="connsiteY9" fmla="*/ 25140 h 242831"/>
                  <a:gd name="connsiteX10" fmla="*/ 135986 w 243403"/>
                  <a:gd name="connsiteY10" fmla="*/ 0 h 242831"/>
                  <a:gd name="connsiteX11" fmla="*/ 107417 w 243403"/>
                  <a:gd name="connsiteY11" fmla="*/ 0 h 242831"/>
                  <a:gd name="connsiteX12" fmla="*/ 94847 w 243403"/>
                  <a:gd name="connsiteY12" fmla="*/ 25140 h 242831"/>
                  <a:gd name="connsiteX13" fmla="*/ 72564 w 243403"/>
                  <a:gd name="connsiteY13" fmla="*/ 34282 h 242831"/>
                  <a:gd name="connsiteX14" fmla="*/ 45710 w 243403"/>
                  <a:gd name="connsiteY14" fmla="*/ 25140 h 242831"/>
                  <a:gd name="connsiteX15" fmla="*/ 25140 w 243403"/>
                  <a:gd name="connsiteY15" fmla="*/ 45710 h 242831"/>
                  <a:gd name="connsiteX16" fmla="*/ 34282 w 243403"/>
                  <a:gd name="connsiteY16" fmla="*/ 72564 h 242831"/>
                  <a:gd name="connsiteX17" fmla="*/ 25140 w 243403"/>
                  <a:gd name="connsiteY17" fmla="*/ 94847 h 242831"/>
                  <a:gd name="connsiteX18" fmla="*/ 0 w 243403"/>
                  <a:gd name="connsiteY18" fmla="*/ 107417 h 242831"/>
                  <a:gd name="connsiteX19" fmla="*/ 0 w 243403"/>
                  <a:gd name="connsiteY19" fmla="*/ 135986 h 242831"/>
                  <a:gd name="connsiteX20" fmla="*/ 25140 w 243403"/>
                  <a:gd name="connsiteY20" fmla="*/ 148556 h 242831"/>
                  <a:gd name="connsiteX21" fmla="*/ 34282 w 243403"/>
                  <a:gd name="connsiteY21" fmla="*/ 170839 h 242831"/>
                  <a:gd name="connsiteX22" fmla="*/ 25140 w 243403"/>
                  <a:gd name="connsiteY22" fmla="*/ 197694 h 242831"/>
                  <a:gd name="connsiteX23" fmla="*/ 45138 w 243403"/>
                  <a:gd name="connsiteY23" fmla="*/ 217691 h 242831"/>
                  <a:gd name="connsiteX24" fmla="*/ 71992 w 243403"/>
                  <a:gd name="connsiteY24" fmla="*/ 208550 h 242831"/>
                  <a:gd name="connsiteX25" fmla="*/ 94276 w 243403"/>
                  <a:gd name="connsiteY25" fmla="*/ 217691 h 242831"/>
                  <a:gd name="connsiteX26" fmla="*/ 106846 w 243403"/>
                  <a:gd name="connsiteY26" fmla="*/ 242832 h 242831"/>
                  <a:gd name="connsiteX27" fmla="*/ 135414 w 243403"/>
                  <a:gd name="connsiteY27" fmla="*/ 242832 h 242831"/>
                  <a:gd name="connsiteX28" fmla="*/ 147985 w 243403"/>
                  <a:gd name="connsiteY28" fmla="*/ 217691 h 242831"/>
                  <a:gd name="connsiteX29" fmla="*/ 170268 w 243403"/>
                  <a:gd name="connsiteY29" fmla="*/ 208550 h 242831"/>
                  <a:gd name="connsiteX30" fmla="*/ 197122 w 243403"/>
                  <a:gd name="connsiteY30" fmla="*/ 217691 h 242831"/>
                  <a:gd name="connsiteX31" fmla="*/ 217691 w 243403"/>
                  <a:gd name="connsiteY31" fmla="*/ 197694 h 242831"/>
                  <a:gd name="connsiteX32" fmla="*/ 197728 w 243403"/>
                  <a:gd name="connsiteY32" fmla="*/ 174582 h 242831"/>
                  <a:gd name="connsiteX33" fmla="*/ 204550 w 243403"/>
                  <a:gd name="connsiteY33" fmla="*/ 194608 h 242831"/>
                  <a:gd name="connsiteX34" fmla="*/ 194180 w 243403"/>
                  <a:gd name="connsiteY34" fmla="*/ 204693 h 242831"/>
                  <a:gd name="connsiteX35" fmla="*/ 173953 w 243403"/>
                  <a:gd name="connsiteY35" fmla="*/ 197802 h 242831"/>
                  <a:gd name="connsiteX36" fmla="*/ 169017 w 243403"/>
                  <a:gd name="connsiteY36" fmla="*/ 196122 h 242831"/>
                  <a:gd name="connsiteX37" fmla="*/ 164508 w 243403"/>
                  <a:gd name="connsiteY37" fmla="*/ 198751 h 242831"/>
                  <a:gd name="connsiteX38" fmla="*/ 144848 w 243403"/>
                  <a:gd name="connsiteY38" fmla="*/ 206778 h 242831"/>
                  <a:gd name="connsiteX39" fmla="*/ 140014 w 243403"/>
                  <a:gd name="connsiteY39" fmla="*/ 208161 h 242831"/>
                  <a:gd name="connsiteX40" fmla="*/ 137763 w 243403"/>
                  <a:gd name="connsiteY40" fmla="*/ 212658 h 242831"/>
                  <a:gd name="connsiteX41" fmla="*/ 128352 w 243403"/>
                  <a:gd name="connsiteY41" fmla="*/ 231513 h 242831"/>
                  <a:gd name="connsiteX42" fmla="*/ 113925 w 243403"/>
                  <a:gd name="connsiteY42" fmla="*/ 231513 h 242831"/>
                  <a:gd name="connsiteX43" fmla="*/ 104515 w 243403"/>
                  <a:gd name="connsiteY43" fmla="*/ 212658 h 242831"/>
                  <a:gd name="connsiteX44" fmla="*/ 102264 w 243403"/>
                  <a:gd name="connsiteY44" fmla="*/ 208161 h 242831"/>
                  <a:gd name="connsiteX45" fmla="*/ 97430 w 243403"/>
                  <a:gd name="connsiteY45" fmla="*/ 206778 h 242831"/>
                  <a:gd name="connsiteX46" fmla="*/ 77763 w 243403"/>
                  <a:gd name="connsiteY46" fmla="*/ 198751 h 242831"/>
                  <a:gd name="connsiteX47" fmla="*/ 73261 w 243403"/>
                  <a:gd name="connsiteY47" fmla="*/ 196122 h 242831"/>
                  <a:gd name="connsiteX48" fmla="*/ 68324 w 243403"/>
                  <a:gd name="connsiteY48" fmla="*/ 197802 h 242831"/>
                  <a:gd name="connsiteX49" fmla="*/ 48201 w 243403"/>
                  <a:gd name="connsiteY49" fmla="*/ 204659 h 242831"/>
                  <a:gd name="connsiteX50" fmla="*/ 38259 w 243403"/>
                  <a:gd name="connsiteY50" fmla="*/ 194717 h 242831"/>
                  <a:gd name="connsiteX51" fmla="*/ 45115 w 243403"/>
                  <a:gd name="connsiteY51" fmla="*/ 174587 h 242831"/>
                  <a:gd name="connsiteX52" fmla="*/ 46795 w 243403"/>
                  <a:gd name="connsiteY52" fmla="*/ 169651 h 242831"/>
                  <a:gd name="connsiteX53" fmla="*/ 44167 w 243403"/>
                  <a:gd name="connsiteY53" fmla="*/ 165148 h 242831"/>
                  <a:gd name="connsiteX54" fmla="*/ 36168 w 243403"/>
                  <a:gd name="connsiteY54" fmla="*/ 145476 h 242831"/>
                  <a:gd name="connsiteX55" fmla="*/ 34785 w 243403"/>
                  <a:gd name="connsiteY55" fmla="*/ 140642 h 242831"/>
                  <a:gd name="connsiteX56" fmla="*/ 30294 w 243403"/>
                  <a:gd name="connsiteY56" fmla="*/ 138397 h 242831"/>
                  <a:gd name="connsiteX57" fmla="*/ 11427 w 243403"/>
                  <a:gd name="connsiteY57" fmla="*/ 128975 h 242831"/>
                  <a:gd name="connsiteX58" fmla="*/ 11427 w 243403"/>
                  <a:gd name="connsiteY58" fmla="*/ 114525 h 242831"/>
                  <a:gd name="connsiteX59" fmla="*/ 30283 w 243403"/>
                  <a:gd name="connsiteY59" fmla="*/ 105132 h 242831"/>
                  <a:gd name="connsiteX60" fmla="*/ 34773 w 243403"/>
                  <a:gd name="connsiteY60" fmla="*/ 102881 h 242831"/>
                  <a:gd name="connsiteX61" fmla="*/ 36156 w 243403"/>
                  <a:gd name="connsiteY61" fmla="*/ 98047 h 242831"/>
                  <a:gd name="connsiteX62" fmla="*/ 44155 w 243403"/>
                  <a:gd name="connsiteY62" fmla="*/ 78380 h 242831"/>
                  <a:gd name="connsiteX63" fmla="*/ 46784 w 243403"/>
                  <a:gd name="connsiteY63" fmla="*/ 73872 h 242831"/>
                  <a:gd name="connsiteX64" fmla="*/ 45104 w 243403"/>
                  <a:gd name="connsiteY64" fmla="*/ 68941 h 242831"/>
                  <a:gd name="connsiteX65" fmla="*/ 38247 w 243403"/>
                  <a:gd name="connsiteY65" fmla="*/ 48806 h 242831"/>
                  <a:gd name="connsiteX66" fmla="*/ 48761 w 243403"/>
                  <a:gd name="connsiteY66" fmla="*/ 38293 h 242831"/>
                  <a:gd name="connsiteX67" fmla="*/ 68884 w 243403"/>
                  <a:gd name="connsiteY67" fmla="*/ 45150 h 242831"/>
                  <a:gd name="connsiteX68" fmla="*/ 73821 w 243403"/>
                  <a:gd name="connsiteY68" fmla="*/ 46864 h 242831"/>
                  <a:gd name="connsiteX69" fmla="*/ 78323 w 243403"/>
                  <a:gd name="connsiteY69" fmla="*/ 44230 h 242831"/>
                  <a:gd name="connsiteX70" fmla="*/ 97990 w 243403"/>
                  <a:gd name="connsiteY70" fmla="*/ 36230 h 242831"/>
                  <a:gd name="connsiteX71" fmla="*/ 102846 w 243403"/>
                  <a:gd name="connsiteY71" fmla="*/ 34768 h 242831"/>
                  <a:gd name="connsiteX72" fmla="*/ 105098 w 243403"/>
                  <a:gd name="connsiteY72" fmla="*/ 30271 h 242831"/>
                  <a:gd name="connsiteX73" fmla="*/ 114508 w 243403"/>
                  <a:gd name="connsiteY73" fmla="*/ 11416 h 242831"/>
                  <a:gd name="connsiteX74" fmla="*/ 128952 w 243403"/>
                  <a:gd name="connsiteY74" fmla="*/ 11416 h 242831"/>
                  <a:gd name="connsiteX75" fmla="*/ 138363 w 243403"/>
                  <a:gd name="connsiteY75" fmla="*/ 30271 h 242831"/>
                  <a:gd name="connsiteX76" fmla="*/ 140614 w 243403"/>
                  <a:gd name="connsiteY76" fmla="*/ 34768 h 242831"/>
                  <a:gd name="connsiteX77" fmla="*/ 145442 w 243403"/>
                  <a:gd name="connsiteY77" fmla="*/ 36151 h 242831"/>
                  <a:gd name="connsiteX78" fmla="*/ 165108 w 243403"/>
                  <a:gd name="connsiteY78" fmla="*/ 44150 h 242831"/>
                  <a:gd name="connsiteX79" fmla="*/ 169617 w 243403"/>
                  <a:gd name="connsiteY79" fmla="*/ 46784 h 242831"/>
                  <a:gd name="connsiteX80" fmla="*/ 174553 w 243403"/>
                  <a:gd name="connsiteY80" fmla="*/ 45070 h 242831"/>
                  <a:gd name="connsiteX81" fmla="*/ 194671 w 243403"/>
                  <a:gd name="connsiteY81" fmla="*/ 38213 h 242831"/>
                  <a:gd name="connsiteX82" fmla="*/ 205184 w 243403"/>
                  <a:gd name="connsiteY82" fmla="*/ 48726 h 242831"/>
                  <a:gd name="connsiteX83" fmla="*/ 198328 w 243403"/>
                  <a:gd name="connsiteY83" fmla="*/ 68861 h 242831"/>
                  <a:gd name="connsiteX84" fmla="*/ 196648 w 243403"/>
                  <a:gd name="connsiteY84" fmla="*/ 73792 h 242831"/>
                  <a:gd name="connsiteX85" fmla="*/ 199276 w 243403"/>
                  <a:gd name="connsiteY85" fmla="*/ 78300 h 242831"/>
                  <a:gd name="connsiteX86" fmla="*/ 207304 w 243403"/>
                  <a:gd name="connsiteY86" fmla="*/ 97967 h 242831"/>
                  <a:gd name="connsiteX87" fmla="*/ 208681 w 243403"/>
                  <a:gd name="connsiteY87" fmla="*/ 102801 h 242831"/>
                  <a:gd name="connsiteX88" fmla="*/ 213178 w 243403"/>
                  <a:gd name="connsiteY88" fmla="*/ 105052 h 242831"/>
                  <a:gd name="connsiteX89" fmla="*/ 232033 w 243403"/>
                  <a:gd name="connsiteY89" fmla="*/ 114468 h 242831"/>
                  <a:gd name="connsiteX90" fmla="*/ 232033 w 243403"/>
                  <a:gd name="connsiteY90" fmla="*/ 128918 h 242831"/>
                  <a:gd name="connsiteX91" fmla="*/ 213178 w 243403"/>
                  <a:gd name="connsiteY91" fmla="*/ 138334 h 242831"/>
                  <a:gd name="connsiteX92" fmla="*/ 208807 w 243403"/>
                  <a:gd name="connsiteY92" fmla="*/ 140522 h 242831"/>
                  <a:gd name="connsiteX93" fmla="*/ 207367 w 243403"/>
                  <a:gd name="connsiteY93" fmla="*/ 145196 h 242831"/>
                  <a:gd name="connsiteX94" fmla="*/ 198699 w 243403"/>
                  <a:gd name="connsiteY94" fmla="*/ 165126 h 242831"/>
                  <a:gd name="connsiteX95" fmla="*/ 196071 w 243403"/>
                  <a:gd name="connsiteY95" fmla="*/ 169628 h 242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243403" h="242831">
                    <a:moveTo>
                      <a:pt x="208550" y="170902"/>
                    </a:moveTo>
                    <a:cubicBezTo>
                      <a:pt x="212601" y="163856"/>
                      <a:pt x="215859" y="156382"/>
                      <a:pt x="218263" y="148619"/>
                    </a:cubicBezTo>
                    <a:lnTo>
                      <a:pt x="243403" y="136049"/>
                    </a:lnTo>
                    <a:lnTo>
                      <a:pt x="243403" y="107480"/>
                    </a:lnTo>
                    <a:lnTo>
                      <a:pt x="218263" y="94910"/>
                    </a:lnTo>
                    <a:cubicBezTo>
                      <a:pt x="216161" y="87129"/>
                      <a:pt x="213090" y="79642"/>
                      <a:pt x="209121" y="72627"/>
                    </a:cubicBezTo>
                    <a:lnTo>
                      <a:pt x="218263" y="45772"/>
                    </a:lnTo>
                    <a:lnTo>
                      <a:pt x="197694" y="25203"/>
                    </a:lnTo>
                    <a:lnTo>
                      <a:pt x="170839" y="34345"/>
                    </a:lnTo>
                    <a:cubicBezTo>
                      <a:pt x="163827" y="30353"/>
                      <a:pt x="156341" y="27261"/>
                      <a:pt x="148556" y="25140"/>
                    </a:cubicBezTo>
                    <a:lnTo>
                      <a:pt x="135986" y="0"/>
                    </a:lnTo>
                    <a:lnTo>
                      <a:pt x="107417" y="0"/>
                    </a:lnTo>
                    <a:lnTo>
                      <a:pt x="94847" y="25140"/>
                    </a:lnTo>
                    <a:cubicBezTo>
                      <a:pt x="87065" y="27240"/>
                      <a:pt x="79579" y="30311"/>
                      <a:pt x="72564" y="34282"/>
                    </a:cubicBezTo>
                    <a:lnTo>
                      <a:pt x="45710" y="25140"/>
                    </a:lnTo>
                    <a:lnTo>
                      <a:pt x="25140" y="45710"/>
                    </a:lnTo>
                    <a:lnTo>
                      <a:pt x="34282" y="72564"/>
                    </a:lnTo>
                    <a:cubicBezTo>
                      <a:pt x="30313" y="79579"/>
                      <a:pt x="27242" y="87066"/>
                      <a:pt x="25140" y="94847"/>
                    </a:cubicBezTo>
                    <a:lnTo>
                      <a:pt x="0" y="107417"/>
                    </a:lnTo>
                    <a:lnTo>
                      <a:pt x="0" y="135986"/>
                    </a:lnTo>
                    <a:lnTo>
                      <a:pt x="25140" y="148556"/>
                    </a:lnTo>
                    <a:cubicBezTo>
                      <a:pt x="27242" y="156337"/>
                      <a:pt x="30314" y="163823"/>
                      <a:pt x="34282" y="170839"/>
                    </a:cubicBezTo>
                    <a:lnTo>
                      <a:pt x="25140" y="197694"/>
                    </a:lnTo>
                    <a:lnTo>
                      <a:pt x="45138" y="217691"/>
                    </a:lnTo>
                    <a:lnTo>
                      <a:pt x="71992" y="208550"/>
                    </a:lnTo>
                    <a:cubicBezTo>
                      <a:pt x="79008" y="212519"/>
                      <a:pt x="86494" y="215590"/>
                      <a:pt x="94276" y="217691"/>
                    </a:cubicBezTo>
                    <a:lnTo>
                      <a:pt x="106846" y="242832"/>
                    </a:lnTo>
                    <a:lnTo>
                      <a:pt x="135414" y="242832"/>
                    </a:lnTo>
                    <a:lnTo>
                      <a:pt x="147985" y="217691"/>
                    </a:lnTo>
                    <a:cubicBezTo>
                      <a:pt x="155766" y="215591"/>
                      <a:pt x="163253" y="212519"/>
                      <a:pt x="170268" y="208550"/>
                    </a:cubicBezTo>
                    <a:lnTo>
                      <a:pt x="197122" y="217691"/>
                    </a:lnTo>
                    <a:lnTo>
                      <a:pt x="217691" y="197694"/>
                    </a:lnTo>
                    <a:close/>
                    <a:moveTo>
                      <a:pt x="197728" y="174582"/>
                    </a:moveTo>
                    <a:lnTo>
                      <a:pt x="204550" y="194608"/>
                    </a:lnTo>
                    <a:lnTo>
                      <a:pt x="194180" y="204693"/>
                    </a:lnTo>
                    <a:lnTo>
                      <a:pt x="173953" y="197802"/>
                    </a:lnTo>
                    <a:lnTo>
                      <a:pt x="169017" y="196122"/>
                    </a:lnTo>
                    <a:lnTo>
                      <a:pt x="164508" y="198751"/>
                    </a:lnTo>
                    <a:cubicBezTo>
                      <a:pt x="158321" y="202247"/>
                      <a:pt x="151714" y="204945"/>
                      <a:pt x="144848" y="206778"/>
                    </a:cubicBezTo>
                    <a:lnTo>
                      <a:pt x="140014" y="208161"/>
                    </a:lnTo>
                    <a:lnTo>
                      <a:pt x="137763" y="212658"/>
                    </a:lnTo>
                    <a:lnTo>
                      <a:pt x="128352" y="231513"/>
                    </a:lnTo>
                    <a:lnTo>
                      <a:pt x="113925" y="231513"/>
                    </a:lnTo>
                    <a:lnTo>
                      <a:pt x="104515" y="212658"/>
                    </a:lnTo>
                    <a:lnTo>
                      <a:pt x="102264" y="208161"/>
                    </a:lnTo>
                    <a:lnTo>
                      <a:pt x="97430" y="206778"/>
                    </a:lnTo>
                    <a:cubicBezTo>
                      <a:pt x="90561" y="204945"/>
                      <a:pt x="83953" y="202247"/>
                      <a:pt x="77763" y="198751"/>
                    </a:cubicBezTo>
                    <a:lnTo>
                      <a:pt x="73261" y="196122"/>
                    </a:lnTo>
                    <a:lnTo>
                      <a:pt x="68324" y="197802"/>
                    </a:lnTo>
                    <a:lnTo>
                      <a:pt x="48201" y="204659"/>
                    </a:lnTo>
                    <a:lnTo>
                      <a:pt x="38259" y="194717"/>
                    </a:lnTo>
                    <a:lnTo>
                      <a:pt x="45115" y="174587"/>
                    </a:lnTo>
                    <a:lnTo>
                      <a:pt x="46795" y="169651"/>
                    </a:lnTo>
                    <a:lnTo>
                      <a:pt x="44167" y="165148"/>
                    </a:lnTo>
                    <a:cubicBezTo>
                      <a:pt x="40678" y="158957"/>
                      <a:pt x="37990" y="152346"/>
                      <a:pt x="36168" y="145476"/>
                    </a:cubicBezTo>
                    <a:lnTo>
                      <a:pt x="34785" y="140642"/>
                    </a:lnTo>
                    <a:lnTo>
                      <a:pt x="30294" y="138397"/>
                    </a:lnTo>
                    <a:lnTo>
                      <a:pt x="11427" y="128975"/>
                    </a:lnTo>
                    <a:lnTo>
                      <a:pt x="11427" y="114525"/>
                    </a:lnTo>
                    <a:lnTo>
                      <a:pt x="30283" y="105132"/>
                    </a:lnTo>
                    <a:lnTo>
                      <a:pt x="34773" y="102881"/>
                    </a:lnTo>
                    <a:lnTo>
                      <a:pt x="36156" y="98047"/>
                    </a:lnTo>
                    <a:cubicBezTo>
                      <a:pt x="37979" y="91179"/>
                      <a:pt x="40667" y="84571"/>
                      <a:pt x="44155" y="78380"/>
                    </a:cubicBezTo>
                    <a:lnTo>
                      <a:pt x="46784" y="73872"/>
                    </a:lnTo>
                    <a:lnTo>
                      <a:pt x="45104" y="68941"/>
                    </a:lnTo>
                    <a:lnTo>
                      <a:pt x="38247" y="48806"/>
                    </a:lnTo>
                    <a:lnTo>
                      <a:pt x="48761" y="38293"/>
                    </a:lnTo>
                    <a:lnTo>
                      <a:pt x="68884" y="45150"/>
                    </a:lnTo>
                    <a:lnTo>
                      <a:pt x="73821" y="46864"/>
                    </a:lnTo>
                    <a:lnTo>
                      <a:pt x="78323" y="44230"/>
                    </a:lnTo>
                    <a:cubicBezTo>
                      <a:pt x="84514" y="40743"/>
                      <a:pt x="91122" y="38055"/>
                      <a:pt x="97990" y="36230"/>
                    </a:cubicBezTo>
                    <a:lnTo>
                      <a:pt x="102846" y="34768"/>
                    </a:lnTo>
                    <a:lnTo>
                      <a:pt x="105098" y="30271"/>
                    </a:lnTo>
                    <a:lnTo>
                      <a:pt x="114508" y="11416"/>
                    </a:lnTo>
                    <a:lnTo>
                      <a:pt x="128952" y="11416"/>
                    </a:lnTo>
                    <a:lnTo>
                      <a:pt x="138363" y="30271"/>
                    </a:lnTo>
                    <a:lnTo>
                      <a:pt x="140614" y="34768"/>
                    </a:lnTo>
                    <a:lnTo>
                      <a:pt x="145442" y="36151"/>
                    </a:lnTo>
                    <a:cubicBezTo>
                      <a:pt x="152310" y="37974"/>
                      <a:pt x="158918" y="40661"/>
                      <a:pt x="165108" y="44150"/>
                    </a:cubicBezTo>
                    <a:lnTo>
                      <a:pt x="169617" y="46784"/>
                    </a:lnTo>
                    <a:lnTo>
                      <a:pt x="174553" y="45070"/>
                    </a:lnTo>
                    <a:lnTo>
                      <a:pt x="194671" y="38213"/>
                    </a:lnTo>
                    <a:lnTo>
                      <a:pt x="205184" y="48726"/>
                    </a:lnTo>
                    <a:lnTo>
                      <a:pt x="198328" y="68861"/>
                    </a:lnTo>
                    <a:lnTo>
                      <a:pt x="196648" y="73792"/>
                    </a:lnTo>
                    <a:lnTo>
                      <a:pt x="199276" y="78300"/>
                    </a:lnTo>
                    <a:cubicBezTo>
                      <a:pt x="202772" y="84491"/>
                      <a:pt x="205469" y="91099"/>
                      <a:pt x="207304" y="97967"/>
                    </a:cubicBezTo>
                    <a:lnTo>
                      <a:pt x="208681" y="102801"/>
                    </a:lnTo>
                    <a:lnTo>
                      <a:pt x="213178" y="105052"/>
                    </a:lnTo>
                    <a:lnTo>
                      <a:pt x="232033" y="114468"/>
                    </a:lnTo>
                    <a:lnTo>
                      <a:pt x="232033" y="128918"/>
                    </a:lnTo>
                    <a:lnTo>
                      <a:pt x="213178" y="138334"/>
                    </a:lnTo>
                    <a:lnTo>
                      <a:pt x="208807" y="140522"/>
                    </a:lnTo>
                    <a:lnTo>
                      <a:pt x="207367" y="145196"/>
                    </a:lnTo>
                    <a:cubicBezTo>
                      <a:pt x="205219" y="152138"/>
                      <a:pt x="202312" y="158821"/>
                      <a:pt x="198699" y="165126"/>
                    </a:cubicBezTo>
                    <a:lnTo>
                      <a:pt x="196071" y="169628"/>
                    </a:ln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23339889-CFAA-7DE5-1D7B-4384D3F40DF7}"/>
                  </a:ext>
                </a:extLst>
              </p:cNvPr>
              <p:cNvSpPr/>
              <p:nvPr/>
            </p:nvSpPr>
            <p:spPr>
              <a:xfrm>
                <a:off x="5907721" y="2613176"/>
                <a:ext cx="243403" cy="242831"/>
              </a:xfrm>
              <a:custGeom>
                <a:avLst/>
                <a:gdLst>
                  <a:gd name="connsiteX0" fmla="*/ 0 w 243403"/>
                  <a:gd name="connsiteY0" fmla="*/ 106846 h 242831"/>
                  <a:gd name="connsiteX1" fmla="*/ 0 w 243403"/>
                  <a:gd name="connsiteY1" fmla="*/ 135414 h 242831"/>
                  <a:gd name="connsiteX2" fmla="*/ 25140 w 243403"/>
                  <a:gd name="connsiteY2" fmla="*/ 147985 h 242831"/>
                  <a:gd name="connsiteX3" fmla="*/ 34282 w 243403"/>
                  <a:gd name="connsiteY3" fmla="*/ 170268 h 242831"/>
                  <a:gd name="connsiteX4" fmla="*/ 25712 w 243403"/>
                  <a:gd name="connsiteY4" fmla="*/ 197122 h 242831"/>
                  <a:gd name="connsiteX5" fmla="*/ 45710 w 243403"/>
                  <a:gd name="connsiteY5" fmla="*/ 217120 h 242831"/>
                  <a:gd name="connsiteX6" fmla="*/ 72564 w 243403"/>
                  <a:gd name="connsiteY6" fmla="*/ 208550 h 242831"/>
                  <a:gd name="connsiteX7" fmla="*/ 94847 w 243403"/>
                  <a:gd name="connsiteY7" fmla="*/ 217691 h 242831"/>
                  <a:gd name="connsiteX8" fmla="*/ 107417 w 243403"/>
                  <a:gd name="connsiteY8" fmla="*/ 242832 h 242831"/>
                  <a:gd name="connsiteX9" fmla="*/ 135986 w 243403"/>
                  <a:gd name="connsiteY9" fmla="*/ 242832 h 242831"/>
                  <a:gd name="connsiteX10" fmla="*/ 148556 w 243403"/>
                  <a:gd name="connsiteY10" fmla="*/ 217691 h 242831"/>
                  <a:gd name="connsiteX11" fmla="*/ 170839 w 243403"/>
                  <a:gd name="connsiteY11" fmla="*/ 208550 h 242831"/>
                  <a:gd name="connsiteX12" fmla="*/ 197694 w 243403"/>
                  <a:gd name="connsiteY12" fmla="*/ 217691 h 242831"/>
                  <a:gd name="connsiteX13" fmla="*/ 217692 w 243403"/>
                  <a:gd name="connsiteY13" fmla="*/ 197122 h 242831"/>
                  <a:gd name="connsiteX14" fmla="*/ 209121 w 243403"/>
                  <a:gd name="connsiteY14" fmla="*/ 170839 h 242831"/>
                  <a:gd name="connsiteX15" fmla="*/ 218263 w 243403"/>
                  <a:gd name="connsiteY15" fmla="*/ 148556 h 242831"/>
                  <a:gd name="connsiteX16" fmla="*/ 243403 w 243403"/>
                  <a:gd name="connsiteY16" fmla="*/ 135986 h 242831"/>
                  <a:gd name="connsiteX17" fmla="*/ 243403 w 243403"/>
                  <a:gd name="connsiteY17" fmla="*/ 107417 h 242831"/>
                  <a:gd name="connsiteX18" fmla="*/ 218263 w 243403"/>
                  <a:gd name="connsiteY18" fmla="*/ 94847 h 242831"/>
                  <a:gd name="connsiteX19" fmla="*/ 209121 w 243403"/>
                  <a:gd name="connsiteY19" fmla="*/ 72564 h 242831"/>
                  <a:gd name="connsiteX20" fmla="*/ 218263 w 243403"/>
                  <a:gd name="connsiteY20" fmla="*/ 45710 h 242831"/>
                  <a:gd name="connsiteX21" fmla="*/ 197694 w 243403"/>
                  <a:gd name="connsiteY21" fmla="*/ 25140 h 242831"/>
                  <a:gd name="connsiteX22" fmla="*/ 170839 w 243403"/>
                  <a:gd name="connsiteY22" fmla="*/ 34282 h 242831"/>
                  <a:gd name="connsiteX23" fmla="*/ 148556 w 243403"/>
                  <a:gd name="connsiteY23" fmla="*/ 25140 h 242831"/>
                  <a:gd name="connsiteX24" fmla="*/ 135986 w 243403"/>
                  <a:gd name="connsiteY24" fmla="*/ 0 h 242831"/>
                  <a:gd name="connsiteX25" fmla="*/ 107417 w 243403"/>
                  <a:gd name="connsiteY25" fmla="*/ 0 h 242831"/>
                  <a:gd name="connsiteX26" fmla="*/ 94847 w 243403"/>
                  <a:gd name="connsiteY26" fmla="*/ 25140 h 242831"/>
                  <a:gd name="connsiteX27" fmla="*/ 72564 w 243403"/>
                  <a:gd name="connsiteY27" fmla="*/ 34282 h 242831"/>
                  <a:gd name="connsiteX28" fmla="*/ 45710 w 243403"/>
                  <a:gd name="connsiteY28" fmla="*/ 25140 h 242831"/>
                  <a:gd name="connsiteX29" fmla="*/ 25712 w 243403"/>
                  <a:gd name="connsiteY29" fmla="*/ 45138 h 242831"/>
                  <a:gd name="connsiteX30" fmla="*/ 34282 w 243403"/>
                  <a:gd name="connsiteY30" fmla="*/ 71992 h 242831"/>
                  <a:gd name="connsiteX31" fmla="*/ 25140 w 243403"/>
                  <a:gd name="connsiteY31" fmla="*/ 94276 h 242831"/>
                  <a:gd name="connsiteX32" fmla="*/ 34625 w 243403"/>
                  <a:gd name="connsiteY32" fmla="*/ 102275 h 242831"/>
                  <a:gd name="connsiteX33" fmla="*/ 36065 w 243403"/>
                  <a:gd name="connsiteY33" fmla="*/ 97601 h 242831"/>
                  <a:gd name="connsiteX34" fmla="*/ 44155 w 243403"/>
                  <a:gd name="connsiteY34" fmla="*/ 77712 h 242831"/>
                  <a:gd name="connsiteX35" fmla="*/ 46715 w 243403"/>
                  <a:gd name="connsiteY35" fmla="*/ 73318 h 242831"/>
                  <a:gd name="connsiteX36" fmla="*/ 45167 w 243403"/>
                  <a:gd name="connsiteY36" fmla="*/ 68479 h 242831"/>
                  <a:gd name="connsiteX37" fmla="*/ 38716 w 243403"/>
                  <a:gd name="connsiteY37" fmla="*/ 48246 h 242831"/>
                  <a:gd name="connsiteX38" fmla="*/ 48761 w 243403"/>
                  <a:gd name="connsiteY38" fmla="*/ 38196 h 242831"/>
                  <a:gd name="connsiteX39" fmla="*/ 68884 w 243403"/>
                  <a:gd name="connsiteY39" fmla="*/ 45052 h 242831"/>
                  <a:gd name="connsiteX40" fmla="*/ 73821 w 243403"/>
                  <a:gd name="connsiteY40" fmla="*/ 46738 h 242831"/>
                  <a:gd name="connsiteX41" fmla="*/ 78323 w 243403"/>
                  <a:gd name="connsiteY41" fmla="*/ 44110 h 242831"/>
                  <a:gd name="connsiteX42" fmla="*/ 97990 w 243403"/>
                  <a:gd name="connsiteY42" fmla="*/ 36082 h 242831"/>
                  <a:gd name="connsiteX43" fmla="*/ 102846 w 243403"/>
                  <a:gd name="connsiteY43" fmla="*/ 34751 h 242831"/>
                  <a:gd name="connsiteX44" fmla="*/ 105098 w 243403"/>
                  <a:gd name="connsiteY44" fmla="*/ 30254 h 242831"/>
                  <a:gd name="connsiteX45" fmla="*/ 114508 w 243403"/>
                  <a:gd name="connsiteY45" fmla="*/ 11399 h 242831"/>
                  <a:gd name="connsiteX46" fmla="*/ 128952 w 243403"/>
                  <a:gd name="connsiteY46" fmla="*/ 11399 h 242831"/>
                  <a:gd name="connsiteX47" fmla="*/ 138363 w 243403"/>
                  <a:gd name="connsiteY47" fmla="*/ 30254 h 242831"/>
                  <a:gd name="connsiteX48" fmla="*/ 140551 w 243403"/>
                  <a:gd name="connsiteY48" fmla="*/ 34631 h 242831"/>
                  <a:gd name="connsiteX49" fmla="*/ 145225 w 243403"/>
                  <a:gd name="connsiteY49" fmla="*/ 36065 h 242831"/>
                  <a:gd name="connsiteX50" fmla="*/ 165108 w 243403"/>
                  <a:gd name="connsiteY50" fmla="*/ 44161 h 242831"/>
                  <a:gd name="connsiteX51" fmla="*/ 169617 w 243403"/>
                  <a:gd name="connsiteY51" fmla="*/ 46789 h 242831"/>
                  <a:gd name="connsiteX52" fmla="*/ 174553 w 243403"/>
                  <a:gd name="connsiteY52" fmla="*/ 45104 h 242831"/>
                  <a:gd name="connsiteX53" fmla="*/ 194671 w 243403"/>
                  <a:gd name="connsiteY53" fmla="*/ 38247 h 242831"/>
                  <a:gd name="connsiteX54" fmla="*/ 205184 w 243403"/>
                  <a:gd name="connsiteY54" fmla="*/ 48766 h 242831"/>
                  <a:gd name="connsiteX55" fmla="*/ 198328 w 243403"/>
                  <a:gd name="connsiteY55" fmla="*/ 68896 h 242831"/>
                  <a:gd name="connsiteX56" fmla="*/ 196648 w 243403"/>
                  <a:gd name="connsiteY56" fmla="*/ 73827 h 242831"/>
                  <a:gd name="connsiteX57" fmla="*/ 199276 w 243403"/>
                  <a:gd name="connsiteY57" fmla="*/ 78335 h 242831"/>
                  <a:gd name="connsiteX58" fmla="*/ 207304 w 243403"/>
                  <a:gd name="connsiteY58" fmla="*/ 98007 h 242831"/>
                  <a:gd name="connsiteX59" fmla="*/ 208681 w 243403"/>
                  <a:gd name="connsiteY59" fmla="*/ 102835 h 242831"/>
                  <a:gd name="connsiteX60" fmla="*/ 213178 w 243403"/>
                  <a:gd name="connsiteY60" fmla="*/ 105086 h 242831"/>
                  <a:gd name="connsiteX61" fmla="*/ 231976 w 243403"/>
                  <a:gd name="connsiteY61" fmla="*/ 114479 h 242831"/>
                  <a:gd name="connsiteX62" fmla="*/ 231976 w 243403"/>
                  <a:gd name="connsiteY62" fmla="*/ 128929 h 242831"/>
                  <a:gd name="connsiteX63" fmla="*/ 213121 w 243403"/>
                  <a:gd name="connsiteY63" fmla="*/ 138346 h 242831"/>
                  <a:gd name="connsiteX64" fmla="*/ 208624 w 243403"/>
                  <a:gd name="connsiteY64" fmla="*/ 140597 h 242831"/>
                  <a:gd name="connsiteX65" fmla="*/ 207247 w 243403"/>
                  <a:gd name="connsiteY65" fmla="*/ 145425 h 242831"/>
                  <a:gd name="connsiteX66" fmla="*/ 199219 w 243403"/>
                  <a:gd name="connsiteY66" fmla="*/ 165097 h 242831"/>
                  <a:gd name="connsiteX67" fmla="*/ 196637 w 243403"/>
                  <a:gd name="connsiteY67" fmla="*/ 169525 h 242831"/>
                  <a:gd name="connsiteX68" fmla="*/ 198225 w 243403"/>
                  <a:gd name="connsiteY68" fmla="*/ 174399 h 242831"/>
                  <a:gd name="connsiteX69" fmla="*/ 204659 w 243403"/>
                  <a:gd name="connsiteY69" fmla="*/ 194128 h 242831"/>
                  <a:gd name="connsiteX70" fmla="*/ 194551 w 243403"/>
                  <a:gd name="connsiteY70" fmla="*/ 204573 h 242831"/>
                  <a:gd name="connsiteX71" fmla="*/ 174553 w 243403"/>
                  <a:gd name="connsiteY71" fmla="*/ 197756 h 242831"/>
                  <a:gd name="connsiteX72" fmla="*/ 169617 w 243403"/>
                  <a:gd name="connsiteY72" fmla="*/ 196077 h 242831"/>
                  <a:gd name="connsiteX73" fmla="*/ 165108 w 243403"/>
                  <a:gd name="connsiteY73" fmla="*/ 198705 h 242831"/>
                  <a:gd name="connsiteX74" fmla="*/ 145425 w 243403"/>
                  <a:gd name="connsiteY74" fmla="*/ 206733 h 242831"/>
                  <a:gd name="connsiteX75" fmla="*/ 140591 w 243403"/>
                  <a:gd name="connsiteY75" fmla="*/ 208115 h 242831"/>
                  <a:gd name="connsiteX76" fmla="*/ 138346 w 243403"/>
                  <a:gd name="connsiteY76" fmla="*/ 212612 h 242831"/>
                  <a:gd name="connsiteX77" fmla="*/ 128935 w 243403"/>
                  <a:gd name="connsiteY77" fmla="*/ 231467 h 242831"/>
                  <a:gd name="connsiteX78" fmla="*/ 114491 w 243403"/>
                  <a:gd name="connsiteY78" fmla="*/ 231467 h 242831"/>
                  <a:gd name="connsiteX79" fmla="*/ 105080 w 243403"/>
                  <a:gd name="connsiteY79" fmla="*/ 212612 h 242831"/>
                  <a:gd name="connsiteX80" fmla="*/ 102829 w 243403"/>
                  <a:gd name="connsiteY80" fmla="*/ 208115 h 242831"/>
                  <a:gd name="connsiteX81" fmla="*/ 97995 w 243403"/>
                  <a:gd name="connsiteY81" fmla="*/ 206733 h 242831"/>
                  <a:gd name="connsiteX82" fmla="*/ 78329 w 243403"/>
                  <a:gd name="connsiteY82" fmla="*/ 198705 h 242831"/>
                  <a:gd name="connsiteX83" fmla="*/ 73941 w 243403"/>
                  <a:gd name="connsiteY83" fmla="*/ 196145 h 242831"/>
                  <a:gd name="connsiteX84" fmla="*/ 69096 w 243403"/>
                  <a:gd name="connsiteY84" fmla="*/ 197688 h 242831"/>
                  <a:gd name="connsiteX85" fmla="*/ 48875 w 243403"/>
                  <a:gd name="connsiteY85" fmla="*/ 204144 h 242831"/>
                  <a:gd name="connsiteX86" fmla="*/ 38722 w 243403"/>
                  <a:gd name="connsiteY86" fmla="*/ 193991 h 242831"/>
                  <a:gd name="connsiteX87" fmla="*/ 45172 w 243403"/>
                  <a:gd name="connsiteY87" fmla="*/ 173759 h 242831"/>
                  <a:gd name="connsiteX88" fmla="*/ 46721 w 243403"/>
                  <a:gd name="connsiteY88" fmla="*/ 168919 h 242831"/>
                  <a:gd name="connsiteX89" fmla="*/ 44161 w 243403"/>
                  <a:gd name="connsiteY89" fmla="*/ 164526 h 242831"/>
                  <a:gd name="connsiteX90" fmla="*/ 36133 w 243403"/>
                  <a:gd name="connsiteY90" fmla="*/ 144859 h 242831"/>
                  <a:gd name="connsiteX91" fmla="*/ 34751 w 243403"/>
                  <a:gd name="connsiteY91" fmla="*/ 140025 h 242831"/>
                  <a:gd name="connsiteX92" fmla="*/ 30260 w 243403"/>
                  <a:gd name="connsiteY92" fmla="*/ 137774 h 242831"/>
                  <a:gd name="connsiteX93" fmla="*/ 11405 w 243403"/>
                  <a:gd name="connsiteY93" fmla="*/ 128358 h 242831"/>
                  <a:gd name="connsiteX94" fmla="*/ 11405 w 243403"/>
                  <a:gd name="connsiteY94" fmla="*/ 113908 h 242831"/>
                  <a:gd name="connsiteX95" fmla="*/ 30260 w 243403"/>
                  <a:gd name="connsiteY95" fmla="*/ 104492 h 242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243403" h="242831">
                    <a:moveTo>
                      <a:pt x="0" y="106846"/>
                    </a:moveTo>
                    <a:lnTo>
                      <a:pt x="0" y="135414"/>
                    </a:lnTo>
                    <a:lnTo>
                      <a:pt x="25140" y="147985"/>
                    </a:lnTo>
                    <a:cubicBezTo>
                      <a:pt x="27242" y="155766"/>
                      <a:pt x="30313" y="163253"/>
                      <a:pt x="34282" y="170268"/>
                    </a:cubicBezTo>
                    <a:lnTo>
                      <a:pt x="25712" y="197122"/>
                    </a:lnTo>
                    <a:lnTo>
                      <a:pt x="45710" y="217120"/>
                    </a:lnTo>
                    <a:lnTo>
                      <a:pt x="72564" y="208550"/>
                    </a:lnTo>
                    <a:cubicBezTo>
                      <a:pt x="79579" y="212520"/>
                      <a:pt x="87065" y="215591"/>
                      <a:pt x="94847" y="217691"/>
                    </a:cubicBezTo>
                    <a:lnTo>
                      <a:pt x="107417" y="242832"/>
                    </a:lnTo>
                    <a:lnTo>
                      <a:pt x="135986" y="242832"/>
                    </a:lnTo>
                    <a:lnTo>
                      <a:pt x="148556" y="217691"/>
                    </a:lnTo>
                    <a:cubicBezTo>
                      <a:pt x="156337" y="215591"/>
                      <a:pt x="163824" y="212519"/>
                      <a:pt x="170839" y="208550"/>
                    </a:cubicBezTo>
                    <a:lnTo>
                      <a:pt x="197694" y="217691"/>
                    </a:lnTo>
                    <a:lnTo>
                      <a:pt x="217692" y="197122"/>
                    </a:lnTo>
                    <a:lnTo>
                      <a:pt x="209121" y="170839"/>
                    </a:lnTo>
                    <a:cubicBezTo>
                      <a:pt x="213090" y="163824"/>
                      <a:pt x="216161" y="156337"/>
                      <a:pt x="218263" y="148556"/>
                    </a:cubicBezTo>
                    <a:lnTo>
                      <a:pt x="243403" y="135986"/>
                    </a:lnTo>
                    <a:lnTo>
                      <a:pt x="243403" y="107417"/>
                    </a:lnTo>
                    <a:lnTo>
                      <a:pt x="218263" y="94847"/>
                    </a:lnTo>
                    <a:cubicBezTo>
                      <a:pt x="216161" y="87066"/>
                      <a:pt x="213090" y="79579"/>
                      <a:pt x="209121" y="72564"/>
                    </a:cubicBezTo>
                    <a:lnTo>
                      <a:pt x="218263" y="45710"/>
                    </a:lnTo>
                    <a:lnTo>
                      <a:pt x="197694" y="25140"/>
                    </a:lnTo>
                    <a:lnTo>
                      <a:pt x="170839" y="34282"/>
                    </a:lnTo>
                    <a:cubicBezTo>
                      <a:pt x="163777" y="30411"/>
                      <a:pt x="156302" y="27344"/>
                      <a:pt x="148556" y="25140"/>
                    </a:cubicBezTo>
                    <a:lnTo>
                      <a:pt x="135986" y="0"/>
                    </a:lnTo>
                    <a:lnTo>
                      <a:pt x="107417" y="0"/>
                    </a:lnTo>
                    <a:lnTo>
                      <a:pt x="94847" y="25140"/>
                    </a:lnTo>
                    <a:cubicBezTo>
                      <a:pt x="87065" y="27241"/>
                      <a:pt x="79579" y="30312"/>
                      <a:pt x="72564" y="34282"/>
                    </a:cubicBezTo>
                    <a:lnTo>
                      <a:pt x="45710" y="25140"/>
                    </a:lnTo>
                    <a:lnTo>
                      <a:pt x="25712" y="45138"/>
                    </a:lnTo>
                    <a:lnTo>
                      <a:pt x="34282" y="71992"/>
                    </a:lnTo>
                    <a:cubicBezTo>
                      <a:pt x="30411" y="79055"/>
                      <a:pt x="27345" y="86529"/>
                      <a:pt x="25140" y="94276"/>
                    </a:cubicBezTo>
                    <a:close/>
                    <a:moveTo>
                      <a:pt x="34625" y="102275"/>
                    </a:moveTo>
                    <a:lnTo>
                      <a:pt x="36065" y="97601"/>
                    </a:lnTo>
                    <a:cubicBezTo>
                      <a:pt x="38031" y="90697"/>
                      <a:pt x="40744" y="84028"/>
                      <a:pt x="44155" y="77712"/>
                    </a:cubicBezTo>
                    <a:lnTo>
                      <a:pt x="46715" y="73318"/>
                    </a:lnTo>
                    <a:lnTo>
                      <a:pt x="45167" y="68479"/>
                    </a:lnTo>
                    <a:lnTo>
                      <a:pt x="38716" y="48246"/>
                    </a:lnTo>
                    <a:lnTo>
                      <a:pt x="48761" y="38196"/>
                    </a:lnTo>
                    <a:lnTo>
                      <a:pt x="68884" y="45052"/>
                    </a:lnTo>
                    <a:lnTo>
                      <a:pt x="73821" y="46738"/>
                    </a:lnTo>
                    <a:lnTo>
                      <a:pt x="78323" y="44110"/>
                    </a:lnTo>
                    <a:cubicBezTo>
                      <a:pt x="84512" y="40611"/>
                      <a:pt x="91120" y="37913"/>
                      <a:pt x="97990" y="36082"/>
                    </a:cubicBezTo>
                    <a:lnTo>
                      <a:pt x="102846" y="34751"/>
                    </a:lnTo>
                    <a:lnTo>
                      <a:pt x="105098" y="30254"/>
                    </a:lnTo>
                    <a:lnTo>
                      <a:pt x="114508" y="11399"/>
                    </a:lnTo>
                    <a:lnTo>
                      <a:pt x="128952" y="11399"/>
                    </a:lnTo>
                    <a:lnTo>
                      <a:pt x="138363" y="30254"/>
                    </a:lnTo>
                    <a:lnTo>
                      <a:pt x="140551" y="34631"/>
                    </a:lnTo>
                    <a:lnTo>
                      <a:pt x="145225" y="36065"/>
                    </a:lnTo>
                    <a:cubicBezTo>
                      <a:pt x="152126" y="38035"/>
                      <a:pt x="158793" y="40751"/>
                      <a:pt x="165108" y="44161"/>
                    </a:cubicBezTo>
                    <a:lnTo>
                      <a:pt x="169617" y="46789"/>
                    </a:lnTo>
                    <a:lnTo>
                      <a:pt x="174553" y="45104"/>
                    </a:lnTo>
                    <a:lnTo>
                      <a:pt x="194671" y="38247"/>
                    </a:lnTo>
                    <a:lnTo>
                      <a:pt x="205184" y="48766"/>
                    </a:lnTo>
                    <a:lnTo>
                      <a:pt x="198328" y="68896"/>
                    </a:lnTo>
                    <a:lnTo>
                      <a:pt x="196648" y="73827"/>
                    </a:lnTo>
                    <a:lnTo>
                      <a:pt x="199276" y="78335"/>
                    </a:lnTo>
                    <a:cubicBezTo>
                      <a:pt x="202773" y="84527"/>
                      <a:pt x="205470" y="91136"/>
                      <a:pt x="207304" y="98007"/>
                    </a:cubicBezTo>
                    <a:lnTo>
                      <a:pt x="208681" y="102835"/>
                    </a:lnTo>
                    <a:lnTo>
                      <a:pt x="213178" y="105086"/>
                    </a:lnTo>
                    <a:lnTo>
                      <a:pt x="231976" y="114479"/>
                    </a:lnTo>
                    <a:lnTo>
                      <a:pt x="231976" y="128929"/>
                    </a:lnTo>
                    <a:lnTo>
                      <a:pt x="213121" y="138346"/>
                    </a:lnTo>
                    <a:lnTo>
                      <a:pt x="208624" y="140597"/>
                    </a:lnTo>
                    <a:lnTo>
                      <a:pt x="207247" y="145425"/>
                    </a:lnTo>
                    <a:cubicBezTo>
                      <a:pt x="205413" y="152295"/>
                      <a:pt x="202716" y="158905"/>
                      <a:pt x="199219" y="165097"/>
                    </a:cubicBezTo>
                    <a:lnTo>
                      <a:pt x="196637" y="169525"/>
                    </a:lnTo>
                    <a:lnTo>
                      <a:pt x="198225" y="174399"/>
                    </a:lnTo>
                    <a:lnTo>
                      <a:pt x="204659" y="194128"/>
                    </a:lnTo>
                    <a:lnTo>
                      <a:pt x="194551" y="204573"/>
                    </a:lnTo>
                    <a:lnTo>
                      <a:pt x="174553" y="197756"/>
                    </a:lnTo>
                    <a:lnTo>
                      <a:pt x="169617" y="196077"/>
                    </a:lnTo>
                    <a:lnTo>
                      <a:pt x="165108" y="198705"/>
                    </a:lnTo>
                    <a:cubicBezTo>
                      <a:pt x="158915" y="202206"/>
                      <a:pt x="152301" y="204904"/>
                      <a:pt x="145425" y="206733"/>
                    </a:cubicBezTo>
                    <a:lnTo>
                      <a:pt x="140591" y="208115"/>
                    </a:lnTo>
                    <a:lnTo>
                      <a:pt x="138346" y="212612"/>
                    </a:lnTo>
                    <a:lnTo>
                      <a:pt x="128935" y="231467"/>
                    </a:lnTo>
                    <a:lnTo>
                      <a:pt x="114491" y="231467"/>
                    </a:lnTo>
                    <a:lnTo>
                      <a:pt x="105080" y="212612"/>
                    </a:lnTo>
                    <a:lnTo>
                      <a:pt x="102829" y="208115"/>
                    </a:lnTo>
                    <a:lnTo>
                      <a:pt x="97995" y="206733"/>
                    </a:lnTo>
                    <a:cubicBezTo>
                      <a:pt x="91126" y="204902"/>
                      <a:pt x="84517" y="202204"/>
                      <a:pt x="78329" y="198705"/>
                    </a:cubicBezTo>
                    <a:lnTo>
                      <a:pt x="73941" y="196145"/>
                    </a:lnTo>
                    <a:lnTo>
                      <a:pt x="69096" y="197688"/>
                    </a:lnTo>
                    <a:lnTo>
                      <a:pt x="48875" y="204144"/>
                    </a:lnTo>
                    <a:lnTo>
                      <a:pt x="38722" y="193991"/>
                    </a:lnTo>
                    <a:lnTo>
                      <a:pt x="45172" y="173759"/>
                    </a:lnTo>
                    <a:lnTo>
                      <a:pt x="46721" y="168919"/>
                    </a:lnTo>
                    <a:lnTo>
                      <a:pt x="44161" y="164526"/>
                    </a:lnTo>
                    <a:cubicBezTo>
                      <a:pt x="40663" y="158337"/>
                      <a:pt x="37965" y="151728"/>
                      <a:pt x="36133" y="144859"/>
                    </a:cubicBezTo>
                    <a:lnTo>
                      <a:pt x="34751" y="140025"/>
                    </a:lnTo>
                    <a:lnTo>
                      <a:pt x="30260" y="137774"/>
                    </a:lnTo>
                    <a:lnTo>
                      <a:pt x="11405" y="128358"/>
                    </a:lnTo>
                    <a:lnTo>
                      <a:pt x="11405" y="113908"/>
                    </a:lnTo>
                    <a:lnTo>
                      <a:pt x="30260" y="104492"/>
                    </a:ln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375624-1709-9DD4-E324-D21F0B42A8D1}"/>
                  </a:ext>
                </a:extLst>
              </p:cNvPr>
              <p:cNvSpPr/>
              <p:nvPr/>
            </p:nvSpPr>
            <p:spPr>
              <a:xfrm>
                <a:off x="6115700" y="2483978"/>
                <a:ext cx="85705" cy="85705"/>
              </a:xfrm>
              <a:custGeom>
                <a:avLst/>
                <a:gdLst>
                  <a:gd name="connsiteX0" fmla="*/ 42853 w 85705"/>
                  <a:gd name="connsiteY0" fmla="*/ 0 h 85705"/>
                  <a:gd name="connsiteX1" fmla="*/ 0 w 85705"/>
                  <a:gd name="connsiteY1" fmla="*/ 42853 h 85705"/>
                  <a:gd name="connsiteX2" fmla="*/ 42853 w 85705"/>
                  <a:gd name="connsiteY2" fmla="*/ 85705 h 85705"/>
                  <a:gd name="connsiteX3" fmla="*/ 85705 w 85705"/>
                  <a:gd name="connsiteY3" fmla="*/ 42853 h 85705"/>
                  <a:gd name="connsiteX4" fmla="*/ 42853 w 85705"/>
                  <a:gd name="connsiteY4" fmla="*/ 0 h 85705"/>
                  <a:gd name="connsiteX5" fmla="*/ 42853 w 85705"/>
                  <a:gd name="connsiteY5" fmla="*/ 74278 h 85705"/>
                  <a:gd name="connsiteX6" fmla="*/ 11427 w 85705"/>
                  <a:gd name="connsiteY6" fmla="*/ 42853 h 85705"/>
                  <a:gd name="connsiteX7" fmla="*/ 42853 w 85705"/>
                  <a:gd name="connsiteY7" fmla="*/ 11427 h 85705"/>
                  <a:gd name="connsiteX8" fmla="*/ 74278 w 85705"/>
                  <a:gd name="connsiteY8" fmla="*/ 42853 h 85705"/>
                  <a:gd name="connsiteX9" fmla="*/ 42853 w 85705"/>
                  <a:gd name="connsiteY9" fmla="*/ 74301 h 85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705" h="85705">
                    <a:moveTo>
                      <a:pt x="42853" y="0"/>
                    </a:moveTo>
                    <a:cubicBezTo>
                      <a:pt x="19186" y="0"/>
                      <a:pt x="0" y="19186"/>
                      <a:pt x="0" y="42853"/>
                    </a:cubicBezTo>
                    <a:cubicBezTo>
                      <a:pt x="0" y="66519"/>
                      <a:pt x="19186" y="85705"/>
                      <a:pt x="42853" y="85705"/>
                    </a:cubicBezTo>
                    <a:cubicBezTo>
                      <a:pt x="66519" y="85705"/>
                      <a:pt x="85705" y="66519"/>
                      <a:pt x="85705" y="42853"/>
                    </a:cubicBezTo>
                    <a:cubicBezTo>
                      <a:pt x="85528" y="19260"/>
                      <a:pt x="66446" y="177"/>
                      <a:pt x="42853" y="0"/>
                    </a:cubicBezTo>
                    <a:close/>
                    <a:moveTo>
                      <a:pt x="42853" y="74278"/>
                    </a:moveTo>
                    <a:cubicBezTo>
                      <a:pt x="25508" y="74253"/>
                      <a:pt x="11453" y="60198"/>
                      <a:pt x="11427" y="42853"/>
                    </a:cubicBezTo>
                    <a:cubicBezTo>
                      <a:pt x="11658" y="25593"/>
                      <a:pt x="25593" y="11658"/>
                      <a:pt x="42853" y="11427"/>
                    </a:cubicBezTo>
                    <a:cubicBezTo>
                      <a:pt x="60198" y="11453"/>
                      <a:pt x="74253" y="25508"/>
                      <a:pt x="74278" y="42853"/>
                    </a:cubicBezTo>
                    <a:cubicBezTo>
                      <a:pt x="74063" y="60122"/>
                      <a:pt x="60122" y="74073"/>
                      <a:pt x="42853" y="74301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1B27282-856D-955E-EC7C-734F848E7663}"/>
                  </a:ext>
                </a:extLst>
              </p:cNvPr>
              <p:cNvSpPr/>
              <p:nvPr/>
            </p:nvSpPr>
            <p:spPr>
              <a:xfrm>
                <a:off x="5986570" y="2692042"/>
                <a:ext cx="85705" cy="85705"/>
              </a:xfrm>
              <a:custGeom>
                <a:avLst/>
                <a:gdLst>
                  <a:gd name="connsiteX0" fmla="*/ 42853 w 85705"/>
                  <a:gd name="connsiteY0" fmla="*/ 85705 h 85705"/>
                  <a:gd name="connsiteX1" fmla="*/ 85705 w 85705"/>
                  <a:gd name="connsiteY1" fmla="*/ 42853 h 85705"/>
                  <a:gd name="connsiteX2" fmla="*/ 42853 w 85705"/>
                  <a:gd name="connsiteY2" fmla="*/ 0 h 85705"/>
                  <a:gd name="connsiteX3" fmla="*/ 0 w 85705"/>
                  <a:gd name="connsiteY3" fmla="*/ 42853 h 85705"/>
                  <a:gd name="connsiteX4" fmla="*/ 42750 w 85705"/>
                  <a:gd name="connsiteY4" fmla="*/ 85705 h 85705"/>
                  <a:gd name="connsiteX5" fmla="*/ 42853 w 85705"/>
                  <a:gd name="connsiteY5" fmla="*/ 85705 h 85705"/>
                  <a:gd name="connsiteX6" fmla="*/ 42853 w 85705"/>
                  <a:gd name="connsiteY6" fmla="*/ 11399 h 85705"/>
                  <a:gd name="connsiteX7" fmla="*/ 74278 w 85705"/>
                  <a:gd name="connsiteY7" fmla="*/ 42824 h 85705"/>
                  <a:gd name="connsiteX8" fmla="*/ 42853 w 85705"/>
                  <a:gd name="connsiteY8" fmla="*/ 74249 h 85705"/>
                  <a:gd name="connsiteX9" fmla="*/ 11427 w 85705"/>
                  <a:gd name="connsiteY9" fmla="*/ 42824 h 85705"/>
                  <a:gd name="connsiteX10" fmla="*/ 42853 w 85705"/>
                  <a:gd name="connsiteY10" fmla="*/ 11399 h 85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705" h="85705">
                    <a:moveTo>
                      <a:pt x="42853" y="85705"/>
                    </a:moveTo>
                    <a:cubicBezTo>
                      <a:pt x="66519" y="85705"/>
                      <a:pt x="85705" y="66519"/>
                      <a:pt x="85705" y="42853"/>
                    </a:cubicBezTo>
                    <a:cubicBezTo>
                      <a:pt x="85705" y="19186"/>
                      <a:pt x="66519" y="0"/>
                      <a:pt x="42853" y="0"/>
                    </a:cubicBezTo>
                    <a:cubicBezTo>
                      <a:pt x="19186" y="0"/>
                      <a:pt x="0" y="19186"/>
                      <a:pt x="0" y="42853"/>
                    </a:cubicBezTo>
                    <a:cubicBezTo>
                      <a:pt x="-29" y="66491"/>
                      <a:pt x="19111" y="85677"/>
                      <a:pt x="42750" y="85705"/>
                    </a:cubicBezTo>
                    <a:cubicBezTo>
                      <a:pt x="42784" y="85705"/>
                      <a:pt x="42818" y="85705"/>
                      <a:pt x="42853" y="85705"/>
                    </a:cubicBezTo>
                    <a:close/>
                    <a:moveTo>
                      <a:pt x="42853" y="11399"/>
                    </a:moveTo>
                    <a:cubicBezTo>
                      <a:pt x="60209" y="11399"/>
                      <a:pt x="74278" y="25468"/>
                      <a:pt x="74278" y="42824"/>
                    </a:cubicBezTo>
                    <a:cubicBezTo>
                      <a:pt x="74278" y="60180"/>
                      <a:pt x="60209" y="74249"/>
                      <a:pt x="42853" y="74249"/>
                    </a:cubicBezTo>
                    <a:cubicBezTo>
                      <a:pt x="25497" y="74249"/>
                      <a:pt x="11427" y="60180"/>
                      <a:pt x="11427" y="42824"/>
                    </a:cubicBezTo>
                    <a:cubicBezTo>
                      <a:pt x="11453" y="25479"/>
                      <a:pt x="25508" y="11424"/>
                      <a:pt x="42853" y="11399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22F5227-4029-7C90-0386-171947E56EE9}"/>
              </a:ext>
            </a:extLst>
          </p:cNvPr>
          <p:cNvGrpSpPr/>
          <p:nvPr/>
        </p:nvGrpSpPr>
        <p:grpSpPr>
          <a:xfrm>
            <a:off x="9701795" y="4187221"/>
            <a:ext cx="1745138" cy="1964461"/>
            <a:chOff x="9701795" y="4187221"/>
            <a:chExt cx="1745138" cy="196446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8EC4AD0-A7BB-8BDC-50FB-1400D55F4253}"/>
                </a:ext>
              </a:extLst>
            </p:cNvPr>
            <p:cNvSpPr/>
            <p:nvPr/>
          </p:nvSpPr>
          <p:spPr>
            <a:xfrm>
              <a:off x="9769723" y="4187221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D72BBFE-24E4-A6E8-6657-88587E25246E}"/>
                </a:ext>
              </a:extLst>
            </p:cNvPr>
            <p:cNvSpPr/>
            <p:nvPr/>
          </p:nvSpPr>
          <p:spPr>
            <a:xfrm>
              <a:off x="10034066" y="4252825"/>
              <a:ext cx="1083092" cy="108309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888901F-26B3-B4A5-FCE0-2FD05EA7DCD1}"/>
                </a:ext>
              </a:extLst>
            </p:cNvPr>
            <p:cNvSpPr txBox="1"/>
            <p:nvPr/>
          </p:nvSpPr>
          <p:spPr>
            <a:xfrm>
              <a:off x="9701795" y="5516545"/>
              <a:ext cx="1745138" cy="6351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rgbClr val="FFFFFF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Live &amp; measured — governed, trusted, in use.</a:t>
              </a:r>
            </a:p>
          </p:txBody>
        </p:sp>
        <p:grpSp>
          <p:nvGrpSpPr>
            <p:cNvPr id="125" name="Graphic 89" descr="Bullseye outline">
              <a:extLst>
                <a:ext uri="{FF2B5EF4-FFF2-40B4-BE49-F238E27FC236}">
                  <a16:creationId xmlns:a16="http://schemas.microsoft.com/office/drawing/2014/main" id="{3FC0157A-C1EC-957A-12D1-AEFE4044092A}"/>
                </a:ext>
              </a:extLst>
            </p:cNvPr>
            <p:cNvGrpSpPr/>
            <p:nvPr/>
          </p:nvGrpSpPr>
          <p:grpSpPr>
            <a:xfrm>
              <a:off x="10357967" y="4565824"/>
              <a:ext cx="446192" cy="446190"/>
              <a:chOff x="10357967" y="4565824"/>
              <a:chExt cx="446192" cy="446190"/>
            </a:xfrm>
            <a:gradFill flip="none" rotWithShape="1">
              <a:gsLst>
                <a:gs pos="3497">
                  <a:srgbClr val="E8433B"/>
                </a:gs>
                <a:gs pos="100000">
                  <a:srgbClr val="8D43A1"/>
                </a:gs>
              </a:gsLst>
              <a:lin ang="18900000" scaled="1"/>
              <a:tileRect/>
            </a:gradFill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FA70493A-F747-65CD-5995-FDB6F77DF37E}"/>
                  </a:ext>
                </a:extLst>
              </p:cNvPr>
              <p:cNvSpPr/>
              <p:nvPr/>
            </p:nvSpPr>
            <p:spPr>
              <a:xfrm>
                <a:off x="10357967" y="4594358"/>
                <a:ext cx="417623" cy="417656"/>
              </a:xfrm>
              <a:custGeom>
                <a:avLst/>
                <a:gdLst>
                  <a:gd name="connsiteX0" fmla="*/ 375342 w 417623"/>
                  <a:gd name="connsiteY0" fmla="*/ 102880 h 417656"/>
                  <a:gd name="connsiteX1" fmla="*/ 314777 w 417623"/>
                  <a:gd name="connsiteY1" fmla="*/ 375408 h 417656"/>
                  <a:gd name="connsiteX2" fmla="*/ 42249 w 417623"/>
                  <a:gd name="connsiteY2" fmla="*/ 314843 h 417656"/>
                  <a:gd name="connsiteX3" fmla="*/ 102814 w 417623"/>
                  <a:gd name="connsiteY3" fmla="*/ 42315 h 417656"/>
                  <a:gd name="connsiteX4" fmla="*/ 314777 w 417623"/>
                  <a:gd name="connsiteY4" fmla="*/ 42315 h 417656"/>
                  <a:gd name="connsiteX5" fmla="*/ 314777 w 417623"/>
                  <a:gd name="connsiteY5" fmla="*/ 28911 h 417656"/>
                  <a:gd name="connsiteX6" fmla="*/ 28911 w 417623"/>
                  <a:gd name="connsiteY6" fmla="*/ 102880 h 417656"/>
                  <a:gd name="connsiteX7" fmla="*/ 102880 w 417623"/>
                  <a:gd name="connsiteY7" fmla="*/ 388746 h 417656"/>
                  <a:gd name="connsiteX8" fmla="*/ 388746 w 417623"/>
                  <a:gd name="connsiteY8" fmla="*/ 314777 h 417656"/>
                  <a:gd name="connsiteX9" fmla="*/ 388746 w 417623"/>
                  <a:gd name="connsiteY9" fmla="*/ 102880 h 417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23" h="417656">
                    <a:moveTo>
                      <a:pt x="375342" y="102880"/>
                    </a:moveTo>
                    <a:cubicBezTo>
                      <a:pt x="433874" y="194861"/>
                      <a:pt x="406758" y="316876"/>
                      <a:pt x="314777" y="375408"/>
                    </a:cubicBezTo>
                    <a:cubicBezTo>
                      <a:pt x="222796" y="433940"/>
                      <a:pt x="100780" y="406824"/>
                      <a:pt x="42249" y="314843"/>
                    </a:cubicBezTo>
                    <a:cubicBezTo>
                      <a:pt x="-16283" y="222862"/>
                      <a:pt x="10833" y="100847"/>
                      <a:pt x="102814" y="42315"/>
                    </a:cubicBezTo>
                    <a:cubicBezTo>
                      <a:pt x="167477" y="1167"/>
                      <a:pt x="250113" y="1167"/>
                      <a:pt x="314777" y="42315"/>
                    </a:cubicBezTo>
                    <a:lnTo>
                      <a:pt x="314777" y="28911"/>
                    </a:lnTo>
                    <a:cubicBezTo>
                      <a:pt x="215411" y="-29603"/>
                      <a:pt x="87424" y="3514"/>
                      <a:pt x="28911" y="102880"/>
                    </a:cubicBezTo>
                    <a:cubicBezTo>
                      <a:pt x="-29603" y="202246"/>
                      <a:pt x="3514" y="330233"/>
                      <a:pt x="102880" y="388746"/>
                    </a:cubicBezTo>
                    <a:cubicBezTo>
                      <a:pt x="202246" y="447260"/>
                      <a:pt x="330232" y="414143"/>
                      <a:pt x="388746" y="314777"/>
                    </a:cubicBezTo>
                    <a:cubicBezTo>
                      <a:pt x="427250" y="249392"/>
                      <a:pt x="427250" y="168265"/>
                      <a:pt x="388746" y="102880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FE3BA9DE-C57A-F42F-4557-9ECB12C525BE}"/>
                  </a:ext>
                </a:extLst>
              </p:cNvPr>
              <p:cNvSpPr/>
              <p:nvPr/>
            </p:nvSpPr>
            <p:spPr>
              <a:xfrm>
                <a:off x="10432336" y="4668658"/>
                <a:ext cx="268977" cy="268988"/>
              </a:xfrm>
              <a:custGeom>
                <a:avLst/>
                <a:gdLst>
                  <a:gd name="connsiteX0" fmla="*/ 212040 w 268977"/>
                  <a:gd name="connsiteY0" fmla="*/ 24620 h 268988"/>
                  <a:gd name="connsiteX1" fmla="*/ 24620 w 268977"/>
                  <a:gd name="connsiteY1" fmla="*/ 56948 h 268988"/>
                  <a:gd name="connsiteX2" fmla="*/ 56948 w 268977"/>
                  <a:gd name="connsiteY2" fmla="*/ 244368 h 268988"/>
                  <a:gd name="connsiteX3" fmla="*/ 244368 w 268977"/>
                  <a:gd name="connsiteY3" fmla="*/ 212040 h 268988"/>
                  <a:gd name="connsiteX4" fmla="*/ 244368 w 268977"/>
                  <a:gd name="connsiteY4" fmla="*/ 56948 h 268988"/>
                  <a:gd name="connsiteX5" fmla="*/ 236163 w 268977"/>
                  <a:gd name="connsiteY5" fmla="*/ 65147 h 268988"/>
                  <a:gd name="connsiteX6" fmla="*/ 203841 w 268977"/>
                  <a:gd name="connsiteY6" fmla="*/ 236105 h 268988"/>
                  <a:gd name="connsiteX7" fmla="*/ 32883 w 268977"/>
                  <a:gd name="connsiteY7" fmla="*/ 203783 h 268988"/>
                  <a:gd name="connsiteX8" fmla="*/ 65205 w 268977"/>
                  <a:gd name="connsiteY8" fmla="*/ 32825 h 268988"/>
                  <a:gd name="connsiteX9" fmla="*/ 203841 w 268977"/>
                  <a:gd name="connsiteY9" fmla="*/ 32825 h 26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8977" h="268988">
                    <a:moveTo>
                      <a:pt x="212040" y="24620"/>
                    </a:moveTo>
                    <a:cubicBezTo>
                      <a:pt x="151358" y="-18207"/>
                      <a:pt x="67447" y="-3734"/>
                      <a:pt x="24620" y="56948"/>
                    </a:cubicBezTo>
                    <a:cubicBezTo>
                      <a:pt x="-18207" y="117630"/>
                      <a:pt x="-3734" y="201541"/>
                      <a:pt x="56948" y="244368"/>
                    </a:cubicBezTo>
                    <a:cubicBezTo>
                      <a:pt x="117630" y="287195"/>
                      <a:pt x="201541" y="272722"/>
                      <a:pt x="244368" y="212040"/>
                    </a:cubicBezTo>
                    <a:cubicBezTo>
                      <a:pt x="277180" y="165549"/>
                      <a:pt x="277180" y="103439"/>
                      <a:pt x="244368" y="56948"/>
                    </a:cubicBezTo>
                    <a:lnTo>
                      <a:pt x="236163" y="65147"/>
                    </a:lnTo>
                    <a:cubicBezTo>
                      <a:pt x="274447" y="121281"/>
                      <a:pt x="259975" y="197822"/>
                      <a:pt x="203841" y="236105"/>
                    </a:cubicBezTo>
                    <a:cubicBezTo>
                      <a:pt x="147707" y="274388"/>
                      <a:pt x="71166" y="259917"/>
                      <a:pt x="32883" y="203783"/>
                    </a:cubicBezTo>
                    <a:cubicBezTo>
                      <a:pt x="-5400" y="147648"/>
                      <a:pt x="9071" y="71108"/>
                      <a:pt x="65205" y="32825"/>
                    </a:cubicBezTo>
                    <a:cubicBezTo>
                      <a:pt x="107018" y="4309"/>
                      <a:pt x="162028" y="4309"/>
                      <a:pt x="203841" y="32825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BC04F5D-1E1F-57E3-7291-0DC7B1F8CA9D}"/>
                  </a:ext>
                </a:extLst>
              </p:cNvPr>
              <p:cNvSpPr/>
              <p:nvPr/>
            </p:nvSpPr>
            <p:spPr>
              <a:xfrm>
                <a:off x="10506918" y="4742931"/>
                <a:ext cx="120117" cy="120133"/>
              </a:xfrm>
              <a:custGeom>
                <a:avLst/>
                <a:gdLst>
                  <a:gd name="connsiteX0" fmla="*/ 60123 w 120117"/>
                  <a:gd name="connsiteY0" fmla="*/ 11444 h 120133"/>
                  <a:gd name="connsiteX1" fmla="*/ 74253 w 120117"/>
                  <a:gd name="connsiteY1" fmla="*/ 13552 h 120133"/>
                  <a:gd name="connsiteX2" fmla="*/ 83172 w 120117"/>
                  <a:gd name="connsiteY2" fmla="*/ 4639 h 120133"/>
                  <a:gd name="connsiteX3" fmla="*/ 4638 w 120117"/>
                  <a:gd name="connsiteY3" fmla="*/ 36961 h 120133"/>
                  <a:gd name="connsiteX4" fmla="*/ 36961 w 120117"/>
                  <a:gd name="connsiteY4" fmla="*/ 115495 h 120133"/>
                  <a:gd name="connsiteX5" fmla="*/ 115494 w 120117"/>
                  <a:gd name="connsiteY5" fmla="*/ 83172 h 120133"/>
                  <a:gd name="connsiteX6" fmla="*/ 115494 w 120117"/>
                  <a:gd name="connsiteY6" fmla="*/ 36961 h 120133"/>
                  <a:gd name="connsiteX7" fmla="*/ 106581 w 120117"/>
                  <a:gd name="connsiteY7" fmla="*/ 45880 h 120133"/>
                  <a:gd name="connsiteX8" fmla="*/ 74245 w 120117"/>
                  <a:gd name="connsiteY8" fmla="*/ 106476 h 120133"/>
                  <a:gd name="connsiteX9" fmla="*/ 13650 w 120117"/>
                  <a:gd name="connsiteY9" fmla="*/ 74140 h 120133"/>
                  <a:gd name="connsiteX10" fmla="*/ 45986 w 120117"/>
                  <a:gd name="connsiteY10" fmla="*/ 13545 h 120133"/>
                  <a:gd name="connsiteX11" fmla="*/ 60123 w 120117"/>
                  <a:gd name="connsiteY11" fmla="*/ 11444 h 120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117" h="120133">
                    <a:moveTo>
                      <a:pt x="60123" y="11444"/>
                    </a:moveTo>
                    <a:cubicBezTo>
                      <a:pt x="64911" y="11446"/>
                      <a:pt x="69673" y="12156"/>
                      <a:pt x="74253" y="13552"/>
                    </a:cubicBezTo>
                    <a:lnTo>
                      <a:pt x="83172" y="4639"/>
                    </a:lnTo>
                    <a:cubicBezTo>
                      <a:pt x="52560" y="-8122"/>
                      <a:pt x="17399" y="6349"/>
                      <a:pt x="4638" y="36961"/>
                    </a:cubicBezTo>
                    <a:cubicBezTo>
                      <a:pt x="-8122" y="67573"/>
                      <a:pt x="6349" y="102734"/>
                      <a:pt x="36961" y="115495"/>
                    </a:cubicBezTo>
                    <a:cubicBezTo>
                      <a:pt x="67573" y="128255"/>
                      <a:pt x="102733" y="113784"/>
                      <a:pt x="115494" y="83172"/>
                    </a:cubicBezTo>
                    <a:cubicBezTo>
                      <a:pt x="121658" y="68385"/>
                      <a:pt x="121658" y="51748"/>
                      <a:pt x="115494" y="36961"/>
                    </a:cubicBezTo>
                    <a:lnTo>
                      <a:pt x="106581" y="45880"/>
                    </a:lnTo>
                    <a:cubicBezTo>
                      <a:pt x="114385" y="71542"/>
                      <a:pt x="99907" y="98672"/>
                      <a:pt x="74245" y="106476"/>
                    </a:cubicBezTo>
                    <a:cubicBezTo>
                      <a:pt x="48584" y="114279"/>
                      <a:pt x="21454" y="99802"/>
                      <a:pt x="13650" y="74140"/>
                    </a:cubicBezTo>
                    <a:cubicBezTo>
                      <a:pt x="5846" y="48478"/>
                      <a:pt x="20324" y="21349"/>
                      <a:pt x="45986" y="13545"/>
                    </a:cubicBezTo>
                    <a:cubicBezTo>
                      <a:pt x="50569" y="12151"/>
                      <a:pt x="55333" y="11443"/>
                      <a:pt x="60123" y="11444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DC2E0247-767E-8B8D-B424-AD2D04DD9F24}"/>
                  </a:ext>
                </a:extLst>
              </p:cNvPr>
              <p:cNvSpPr/>
              <p:nvPr/>
            </p:nvSpPr>
            <p:spPr>
              <a:xfrm>
                <a:off x="10561257" y="4565824"/>
                <a:ext cx="242902" cy="242900"/>
              </a:xfrm>
              <a:custGeom>
                <a:avLst/>
                <a:gdLst>
                  <a:gd name="connsiteX0" fmla="*/ 242468 w 242902"/>
                  <a:gd name="connsiteY0" fmla="*/ 54947 h 242900"/>
                  <a:gd name="connsiteX1" fmla="*/ 237188 w 242902"/>
                  <a:gd name="connsiteY1" fmla="*/ 51422 h 242900"/>
                  <a:gd name="connsiteX2" fmla="*/ 191479 w 242902"/>
                  <a:gd name="connsiteY2" fmla="*/ 51422 h 242900"/>
                  <a:gd name="connsiteX3" fmla="*/ 191479 w 242902"/>
                  <a:gd name="connsiteY3" fmla="*/ 5712 h 242900"/>
                  <a:gd name="connsiteX4" fmla="*/ 185764 w 242902"/>
                  <a:gd name="connsiteY4" fmla="*/ 0 h 242900"/>
                  <a:gd name="connsiteX5" fmla="*/ 181726 w 242902"/>
                  <a:gd name="connsiteY5" fmla="*/ 1673 h 242900"/>
                  <a:gd name="connsiteX6" fmla="*/ 130303 w 242902"/>
                  <a:gd name="connsiteY6" fmla="*/ 53096 h 242900"/>
                  <a:gd name="connsiteX7" fmla="*/ 128628 w 242902"/>
                  <a:gd name="connsiteY7" fmla="*/ 57136 h 242900"/>
                  <a:gd name="connsiteX8" fmla="*/ 128628 w 242902"/>
                  <a:gd name="connsiteY8" fmla="*/ 106193 h 242900"/>
                  <a:gd name="connsiteX9" fmla="*/ 1745 w 242902"/>
                  <a:gd name="connsiteY9" fmla="*/ 233077 h 242900"/>
                  <a:gd name="connsiteX10" fmla="*/ 1604 w 242902"/>
                  <a:gd name="connsiteY10" fmla="*/ 241156 h 242900"/>
                  <a:gd name="connsiteX11" fmla="*/ 9683 w 242902"/>
                  <a:gd name="connsiteY11" fmla="*/ 241297 h 242900"/>
                  <a:gd name="connsiteX12" fmla="*/ 9824 w 242902"/>
                  <a:gd name="connsiteY12" fmla="*/ 241156 h 242900"/>
                  <a:gd name="connsiteX13" fmla="*/ 136708 w 242902"/>
                  <a:gd name="connsiteY13" fmla="*/ 114273 h 242900"/>
                  <a:gd name="connsiteX14" fmla="*/ 185765 w 242902"/>
                  <a:gd name="connsiteY14" fmla="*/ 114273 h 242900"/>
                  <a:gd name="connsiteX15" fmla="*/ 189805 w 242902"/>
                  <a:gd name="connsiteY15" fmla="*/ 112598 h 242900"/>
                  <a:gd name="connsiteX16" fmla="*/ 241228 w 242902"/>
                  <a:gd name="connsiteY16" fmla="*/ 61175 h 242900"/>
                  <a:gd name="connsiteX17" fmla="*/ 242468 w 242902"/>
                  <a:gd name="connsiteY17" fmla="*/ 54947 h 242900"/>
                  <a:gd name="connsiteX18" fmla="*/ 140056 w 242902"/>
                  <a:gd name="connsiteY18" fmla="*/ 59501 h 242900"/>
                  <a:gd name="connsiteX19" fmla="*/ 179954 w 242902"/>
                  <a:gd name="connsiteY19" fmla="*/ 19602 h 242900"/>
                  <a:gd name="connsiteX20" fmla="*/ 180052 w 242902"/>
                  <a:gd name="connsiteY20" fmla="*/ 19642 h 242900"/>
                  <a:gd name="connsiteX21" fmla="*/ 180052 w 242902"/>
                  <a:gd name="connsiteY21" fmla="*/ 54770 h 242900"/>
                  <a:gd name="connsiteX22" fmla="*/ 140056 w 242902"/>
                  <a:gd name="connsiteY22" fmla="*/ 94766 h 242900"/>
                  <a:gd name="connsiteX23" fmla="*/ 183400 w 242902"/>
                  <a:gd name="connsiteY23" fmla="*/ 102845 h 242900"/>
                  <a:gd name="connsiteX24" fmla="*/ 148135 w 242902"/>
                  <a:gd name="connsiteY24" fmla="*/ 102845 h 242900"/>
                  <a:gd name="connsiteX25" fmla="*/ 188131 w 242902"/>
                  <a:gd name="connsiteY25" fmla="*/ 62849 h 242900"/>
                  <a:gd name="connsiteX26" fmla="*/ 223258 w 242902"/>
                  <a:gd name="connsiteY26" fmla="*/ 62849 h 242900"/>
                  <a:gd name="connsiteX27" fmla="*/ 223299 w 242902"/>
                  <a:gd name="connsiteY27" fmla="*/ 62946 h 2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42902" h="242900">
                    <a:moveTo>
                      <a:pt x="242468" y="54947"/>
                    </a:moveTo>
                    <a:cubicBezTo>
                      <a:pt x="241583" y="52813"/>
                      <a:pt x="239499" y="51421"/>
                      <a:pt x="237188" y="51422"/>
                    </a:cubicBezTo>
                    <a:lnTo>
                      <a:pt x="191479" y="51422"/>
                    </a:lnTo>
                    <a:lnTo>
                      <a:pt x="191479" y="5712"/>
                    </a:lnTo>
                    <a:cubicBezTo>
                      <a:pt x="191478" y="2557"/>
                      <a:pt x="188920" y="-1"/>
                      <a:pt x="185764" y="0"/>
                    </a:cubicBezTo>
                    <a:cubicBezTo>
                      <a:pt x="184249" y="0"/>
                      <a:pt x="182797" y="602"/>
                      <a:pt x="181726" y="1673"/>
                    </a:cubicBezTo>
                    <a:lnTo>
                      <a:pt x="130303" y="53096"/>
                    </a:lnTo>
                    <a:cubicBezTo>
                      <a:pt x="129231" y="54167"/>
                      <a:pt x="128629" y="55620"/>
                      <a:pt x="128628" y="57136"/>
                    </a:cubicBezTo>
                    <a:lnTo>
                      <a:pt x="128628" y="106193"/>
                    </a:lnTo>
                    <a:lnTo>
                      <a:pt x="1745" y="233077"/>
                    </a:lnTo>
                    <a:cubicBezTo>
                      <a:pt x="-526" y="235270"/>
                      <a:pt x="-588" y="238886"/>
                      <a:pt x="1604" y="241156"/>
                    </a:cubicBezTo>
                    <a:cubicBezTo>
                      <a:pt x="3796" y="243426"/>
                      <a:pt x="7414" y="243489"/>
                      <a:pt x="9683" y="241297"/>
                    </a:cubicBezTo>
                    <a:cubicBezTo>
                      <a:pt x="9731" y="241251"/>
                      <a:pt x="9778" y="241204"/>
                      <a:pt x="9824" y="241156"/>
                    </a:cubicBezTo>
                    <a:lnTo>
                      <a:pt x="136708" y="114273"/>
                    </a:lnTo>
                    <a:lnTo>
                      <a:pt x="185765" y="114273"/>
                    </a:lnTo>
                    <a:cubicBezTo>
                      <a:pt x="187281" y="114272"/>
                      <a:pt x="188734" y="113670"/>
                      <a:pt x="189805" y="112598"/>
                    </a:cubicBezTo>
                    <a:lnTo>
                      <a:pt x="241228" y="61175"/>
                    </a:lnTo>
                    <a:cubicBezTo>
                      <a:pt x="242863" y="59541"/>
                      <a:pt x="243352" y="57083"/>
                      <a:pt x="242468" y="54947"/>
                    </a:cubicBezTo>
                    <a:close/>
                    <a:moveTo>
                      <a:pt x="140056" y="59501"/>
                    </a:moveTo>
                    <a:lnTo>
                      <a:pt x="179954" y="19602"/>
                    </a:lnTo>
                    <a:cubicBezTo>
                      <a:pt x="180006" y="19551"/>
                      <a:pt x="180052" y="19568"/>
                      <a:pt x="180052" y="19642"/>
                    </a:cubicBezTo>
                    <a:lnTo>
                      <a:pt x="180052" y="54770"/>
                    </a:lnTo>
                    <a:lnTo>
                      <a:pt x="140056" y="94766"/>
                    </a:lnTo>
                    <a:close/>
                    <a:moveTo>
                      <a:pt x="183400" y="102845"/>
                    </a:moveTo>
                    <a:lnTo>
                      <a:pt x="148135" y="102845"/>
                    </a:lnTo>
                    <a:lnTo>
                      <a:pt x="188131" y="62849"/>
                    </a:lnTo>
                    <a:lnTo>
                      <a:pt x="223258" y="62849"/>
                    </a:lnTo>
                    <a:cubicBezTo>
                      <a:pt x="223333" y="62849"/>
                      <a:pt x="223350" y="62895"/>
                      <a:pt x="223299" y="62946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11CFEE8-6DE2-91FD-3AB5-67EBBC5E6F03}"/>
              </a:ext>
            </a:extLst>
          </p:cNvPr>
          <p:cNvGrpSpPr/>
          <p:nvPr/>
        </p:nvGrpSpPr>
        <p:grpSpPr>
          <a:xfrm>
            <a:off x="6698951" y="4187221"/>
            <a:ext cx="1745138" cy="1964461"/>
            <a:chOff x="6698951" y="4187221"/>
            <a:chExt cx="1745138" cy="1964461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CEFD49-590B-1586-A8A5-A0C51842BBDD}"/>
                </a:ext>
              </a:extLst>
            </p:cNvPr>
            <p:cNvSpPr/>
            <p:nvPr/>
          </p:nvSpPr>
          <p:spPr>
            <a:xfrm>
              <a:off x="6781973" y="4187221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6B0D959-AF45-E45C-EAC7-454E316B232D}"/>
                </a:ext>
              </a:extLst>
            </p:cNvPr>
            <p:cNvSpPr/>
            <p:nvPr/>
          </p:nvSpPr>
          <p:spPr>
            <a:xfrm>
              <a:off x="7046316" y="4252825"/>
              <a:ext cx="1083092" cy="108309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2AC36D-5609-436C-61C5-DCB2C2D5A9A8}"/>
                </a:ext>
              </a:extLst>
            </p:cNvPr>
            <p:cNvSpPr txBox="1"/>
            <p:nvPr/>
          </p:nvSpPr>
          <p:spPr>
            <a:xfrm>
              <a:off x="6698951" y="5516545"/>
              <a:ext cx="1745138" cy="6351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rgbClr val="FFFFFF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Audit-Builder — findings deck + audit workbook.</a:t>
              </a:r>
            </a:p>
          </p:txBody>
        </p:sp>
        <p:grpSp>
          <p:nvGrpSpPr>
            <p:cNvPr id="130" name="Graphic 91" descr="Users outline">
              <a:extLst>
                <a:ext uri="{FF2B5EF4-FFF2-40B4-BE49-F238E27FC236}">
                  <a16:creationId xmlns:a16="http://schemas.microsoft.com/office/drawing/2014/main" id="{B0CFBA94-7BEA-E190-6A7F-429202F61C94}"/>
                </a:ext>
              </a:extLst>
            </p:cNvPr>
            <p:cNvGrpSpPr/>
            <p:nvPr/>
          </p:nvGrpSpPr>
          <p:grpSpPr>
            <a:xfrm>
              <a:off x="7347932" y="4645843"/>
              <a:ext cx="479910" cy="291369"/>
              <a:chOff x="7347932" y="4645843"/>
              <a:chExt cx="479910" cy="291369"/>
            </a:xfrm>
            <a:gradFill flip="none" rotWithShape="1">
              <a:gsLst>
                <a:gs pos="3497">
                  <a:srgbClr val="E8433B"/>
                </a:gs>
                <a:gs pos="100000">
                  <a:srgbClr val="8D43A1"/>
                </a:gs>
              </a:gsLst>
              <a:lin ang="18900000" scaled="1"/>
              <a:tileRect/>
            </a:gradFill>
          </p:grpSpPr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F3295A7F-9ACE-53CF-0EB9-542E0B1B0ADB}"/>
                  </a:ext>
                </a:extLst>
              </p:cNvPr>
              <p:cNvSpPr/>
              <p:nvPr/>
            </p:nvSpPr>
            <p:spPr>
              <a:xfrm>
                <a:off x="7399310" y="4645843"/>
                <a:ext cx="102846" cy="102846"/>
              </a:xfrm>
              <a:custGeom>
                <a:avLst/>
                <a:gdLst>
                  <a:gd name="connsiteX0" fmla="*/ 51423 w 102846"/>
                  <a:gd name="connsiteY0" fmla="*/ 102846 h 102846"/>
                  <a:gd name="connsiteX1" fmla="*/ 102846 w 102846"/>
                  <a:gd name="connsiteY1" fmla="*/ 51423 h 102846"/>
                  <a:gd name="connsiteX2" fmla="*/ 51423 w 102846"/>
                  <a:gd name="connsiteY2" fmla="*/ 0 h 102846"/>
                  <a:gd name="connsiteX3" fmla="*/ 0 w 102846"/>
                  <a:gd name="connsiteY3" fmla="*/ 51423 h 102846"/>
                  <a:gd name="connsiteX4" fmla="*/ 51423 w 102846"/>
                  <a:gd name="connsiteY4" fmla="*/ 102846 h 102846"/>
                  <a:gd name="connsiteX5" fmla="*/ 51423 w 102846"/>
                  <a:gd name="connsiteY5" fmla="*/ 11399 h 102846"/>
                  <a:gd name="connsiteX6" fmla="*/ 91419 w 102846"/>
                  <a:gd name="connsiteY6" fmla="*/ 51395 h 102846"/>
                  <a:gd name="connsiteX7" fmla="*/ 51423 w 102846"/>
                  <a:gd name="connsiteY7" fmla="*/ 91390 h 102846"/>
                  <a:gd name="connsiteX8" fmla="*/ 11427 w 102846"/>
                  <a:gd name="connsiteY8" fmla="*/ 51395 h 102846"/>
                  <a:gd name="connsiteX9" fmla="*/ 51423 w 102846"/>
                  <a:gd name="connsiteY9" fmla="*/ 11399 h 10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846" h="102846">
                    <a:moveTo>
                      <a:pt x="51423" y="102846"/>
                    </a:moveTo>
                    <a:cubicBezTo>
                      <a:pt x="79824" y="102846"/>
                      <a:pt x="102846" y="79824"/>
                      <a:pt x="102846" y="51423"/>
                    </a:cubicBezTo>
                    <a:cubicBezTo>
                      <a:pt x="102846" y="23023"/>
                      <a:pt x="79824" y="0"/>
                      <a:pt x="51423" y="0"/>
                    </a:cubicBezTo>
                    <a:cubicBezTo>
                      <a:pt x="23023" y="0"/>
                      <a:pt x="0" y="23023"/>
                      <a:pt x="0" y="51423"/>
                    </a:cubicBezTo>
                    <a:cubicBezTo>
                      <a:pt x="0" y="79824"/>
                      <a:pt x="23023" y="102846"/>
                      <a:pt x="51423" y="102846"/>
                    </a:cubicBezTo>
                    <a:close/>
                    <a:moveTo>
                      <a:pt x="51423" y="11399"/>
                    </a:moveTo>
                    <a:cubicBezTo>
                      <a:pt x="73512" y="11399"/>
                      <a:pt x="91419" y="29306"/>
                      <a:pt x="91419" y="51395"/>
                    </a:cubicBezTo>
                    <a:cubicBezTo>
                      <a:pt x="91419" y="73484"/>
                      <a:pt x="73512" y="91390"/>
                      <a:pt x="51423" y="91390"/>
                    </a:cubicBezTo>
                    <a:cubicBezTo>
                      <a:pt x="29334" y="91390"/>
                      <a:pt x="11427" y="73484"/>
                      <a:pt x="11427" y="51395"/>
                    </a:cubicBezTo>
                    <a:cubicBezTo>
                      <a:pt x="11456" y="29318"/>
                      <a:pt x="29346" y="11427"/>
                      <a:pt x="51423" y="11399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79D59B0-1ABE-A66A-4CB3-BA4471974148}"/>
                  </a:ext>
                </a:extLst>
              </p:cNvPr>
              <p:cNvSpPr/>
              <p:nvPr/>
            </p:nvSpPr>
            <p:spPr>
              <a:xfrm>
                <a:off x="7673567" y="4645843"/>
                <a:ext cx="102846" cy="102846"/>
              </a:xfrm>
              <a:custGeom>
                <a:avLst/>
                <a:gdLst>
                  <a:gd name="connsiteX0" fmla="*/ 51423 w 102846"/>
                  <a:gd name="connsiteY0" fmla="*/ 102846 h 102846"/>
                  <a:gd name="connsiteX1" fmla="*/ 102846 w 102846"/>
                  <a:gd name="connsiteY1" fmla="*/ 51423 h 102846"/>
                  <a:gd name="connsiteX2" fmla="*/ 51423 w 102846"/>
                  <a:gd name="connsiteY2" fmla="*/ 0 h 102846"/>
                  <a:gd name="connsiteX3" fmla="*/ 0 w 102846"/>
                  <a:gd name="connsiteY3" fmla="*/ 51423 h 102846"/>
                  <a:gd name="connsiteX4" fmla="*/ 51423 w 102846"/>
                  <a:gd name="connsiteY4" fmla="*/ 102846 h 102846"/>
                  <a:gd name="connsiteX5" fmla="*/ 51423 w 102846"/>
                  <a:gd name="connsiteY5" fmla="*/ 11399 h 102846"/>
                  <a:gd name="connsiteX6" fmla="*/ 91419 w 102846"/>
                  <a:gd name="connsiteY6" fmla="*/ 51395 h 102846"/>
                  <a:gd name="connsiteX7" fmla="*/ 51423 w 102846"/>
                  <a:gd name="connsiteY7" fmla="*/ 91390 h 102846"/>
                  <a:gd name="connsiteX8" fmla="*/ 11427 w 102846"/>
                  <a:gd name="connsiteY8" fmla="*/ 51395 h 102846"/>
                  <a:gd name="connsiteX9" fmla="*/ 51423 w 102846"/>
                  <a:gd name="connsiteY9" fmla="*/ 11399 h 10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846" h="102846">
                    <a:moveTo>
                      <a:pt x="51423" y="102846"/>
                    </a:moveTo>
                    <a:cubicBezTo>
                      <a:pt x="79824" y="102846"/>
                      <a:pt x="102846" y="79824"/>
                      <a:pt x="102846" y="51423"/>
                    </a:cubicBezTo>
                    <a:cubicBezTo>
                      <a:pt x="102846" y="23023"/>
                      <a:pt x="79824" y="0"/>
                      <a:pt x="51423" y="0"/>
                    </a:cubicBezTo>
                    <a:cubicBezTo>
                      <a:pt x="23023" y="0"/>
                      <a:pt x="0" y="23023"/>
                      <a:pt x="0" y="51423"/>
                    </a:cubicBezTo>
                    <a:cubicBezTo>
                      <a:pt x="0" y="79824"/>
                      <a:pt x="23023" y="102846"/>
                      <a:pt x="51423" y="102846"/>
                    </a:cubicBezTo>
                    <a:close/>
                    <a:moveTo>
                      <a:pt x="51423" y="11399"/>
                    </a:moveTo>
                    <a:cubicBezTo>
                      <a:pt x="73512" y="11399"/>
                      <a:pt x="91419" y="29306"/>
                      <a:pt x="91419" y="51395"/>
                    </a:cubicBezTo>
                    <a:cubicBezTo>
                      <a:pt x="91419" y="73484"/>
                      <a:pt x="73512" y="91390"/>
                      <a:pt x="51423" y="91390"/>
                    </a:cubicBezTo>
                    <a:cubicBezTo>
                      <a:pt x="29334" y="91390"/>
                      <a:pt x="11427" y="73484"/>
                      <a:pt x="11427" y="51395"/>
                    </a:cubicBezTo>
                    <a:cubicBezTo>
                      <a:pt x="11456" y="29318"/>
                      <a:pt x="29346" y="11427"/>
                      <a:pt x="51423" y="11399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62FE0F87-C8FF-8D5F-A2E4-596007C1B130}"/>
                  </a:ext>
                </a:extLst>
              </p:cNvPr>
              <p:cNvSpPr/>
              <p:nvPr/>
            </p:nvSpPr>
            <p:spPr>
              <a:xfrm>
                <a:off x="7654432" y="4761174"/>
                <a:ext cx="173411" cy="97132"/>
              </a:xfrm>
              <a:custGeom>
                <a:avLst/>
                <a:gdLst>
                  <a:gd name="connsiteX0" fmla="*/ 161406 w 173411"/>
                  <a:gd name="connsiteY0" fmla="*/ 30277 h 97132"/>
                  <a:gd name="connsiteX1" fmla="*/ 112000 w 173411"/>
                  <a:gd name="connsiteY1" fmla="*/ 6674 h 97132"/>
                  <a:gd name="connsiteX2" fmla="*/ 70558 w 173411"/>
                  <a:gd name="connsiteY2" fmla="*/ 0 h 97132"/>
                  <a:gd name="connsiteX3" fmla="*/ 29243 w 173411"/>
                  <a:gd name="connsiteY3" fmla="*/ 6645 h 97132"/>
                  <a:gd name="connsiteX4" fmla="*/ 1874 w 173411"/>
                  <a:gd name="connsiteY4" fmla="*/ 17073 h 97132"/>
                  <a:gd name="connsiteX5" fmla="*/ 0 w 173411"/>
                  <a:gd name="connsiteY5" fmla="*/ 31014 h 97132"/>
                  <a:gd name="connsiteX6" fmla="*/ 32442 w 173411"/>
                  <a:gd name="connsiteY6" fmla="*/ 17610 h 97132"/>
                  <a:gd name="connsiteX7" fmla="*/ 70558 w 173411"/>
                  <a:gd name="connsiteY7" fmla="*/ 11427 h 97132"/>
                  <a:gd name="connsiteX8" fmla="*/ 109091 w 173411"/>
                  <a:gd name="connsiteY8" fmla="*/ 17712 h 97132"/>
                  <a:gd name="connsiteX9" fmla="*/ 154298 w 173411"/>
                  <a:gd name="connsiteY9" fmla="*/ 39224 h 97132"/>
                  <a:gd name="connsiteX10" fmla="*/ 154789 w 173411"/>
                  <a:gd name="connsiteY10" fmla="*/ 39590 h 97132"/>
                  <a:gd name="connsiteX11" fmla="*/ 161977 w 173411"/>
                  <a:gd name="connsiteY11" fmla="*/ 54280 h 97132"/>
                  <a:gd name="connsiteX12" fmla="*/ 161977 w 173411"/>
                  <a:gd name="connsiteY12" fmla="*/ 97133 h 97132"/>
                  <a:gd name="connsiteX13" fmla="*/ 173405 w 173411"/>
                  <a:gd name="connsiteY13" fmla="*/ 97133 h 97132"/>
                  <a:gd name="connsiteX14" fmla="*/ 173405 w 173411"/>
                  <a:gd name="connsiteY14" fmla="*/ 54280 h 97132"/>
                  <a:gd name="connsiteX15" fmla="*/ 161406 w 173411"/>
                  <a:gd name="connsiteY15" fmla="*/ 30277 h 97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411" h="97132">
                    <a:moveTo>
                      <a:pt x="161406" y="30277"/>
                    </a:moveTo>
                    <a:cubicBezTo>
                      <a:pt x="146843" y="18920"/>
                      <a:pt x="129985" y="10866"/>
                      <a:pt x="112000" y="6674"/>
                    </a:cubicBezTo>
                    <a:cubicBezTo>
                      <a:pt x="98536" y="2653"/>
                      <a:pt x="84604" y="409"/>
                      <a:pt x="70558" y="0"/>
                    </a:cubicBezTo>
                    <a:cubicBezTo>
                      <a:pt x="56521" y="14"/>
                      <a:pt x="42576" y="2257"/>
                      <a:pt x="29243" y="6645"/>
                    </a:cubicBezTo>
                    <a:cubicBezTo>
                      <a:pt x="19762" y="9099"/>
                      <a:pt x="10584" y="12596"/>
                      <a:pt x="1874" y="17073"/>
                    </a:cubicBezTo>
                    <a:cubicBezTo>
                      <a:pt x="1734" y="21772"/>
                      <a:pt x="1106" y="26444"/>
                      <a:pt x="0" y="31014"/>
                    </a:cubicBezTo>
                    <a:cubicBezTo>
                      <a:pt x="10161" y="25105"/>
                      <a:pt x="21074" y="20596"/>
                      <a:pt x="32442" y="17610"/>
                    </a:cubicBezTo>
                    <a:cubicBezTo>
                      <a:pt x="44746" y="13567"/>
                      <a:pt x="57608" y="11481"/>
                      <a:pt x="70558" y="11427"/>
                    </a:cubicBezTo>
                    <a:cubicBezTo>
                      <a:pt x="83620" y="11848"/>
                      <a:pt x="96573" y="13961"/>
                      <a:pt x="109091" y="17712"/>
                    </a:cubicBezTo>
                    <a:cubicBezTo>
                      <a:pt x="125550" y="21497"/>
                      <a:pt x="140980" y="28839"/>
                      <a:pt x="154298" y="39224"/>
                    </a:cubicBezTo>
                    <a:lnTo>
                      <a:pt x="154789" y="39590"/>
                    </a:lnTo>
                    <a:cubicBezTo>
                      <a:pt x="159489" y="42978"/>
                      <a:pt x="162186" y="48490"/>
                      <a:pt x="161977" y="54280"/>
                    </a:cubicBezTo>
                    <a:lnTo>
                      <a:pt x="161977" y="97133"/>
                    </a:lnTo>
                    <a:lnTo>
                      <a:pt x="173405" y="97133"/>
                    </a:lnTo>
                    <a:lnTo>
                      <a:pt x="173405" y="54280"/>
                    </a:lnTo>
                    <a:cubicBezTo>
                      <a:pt x="173613" y="44788"/>
                      <a:pt x="169123" y="35806"/>
                      <a:pt x="161406" y="30277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22976857-1E3F-CC00-63E8-E0142C6587CF}"/>
                  </a:ext>
                </a:extLst>
              </p:cNvPr>
              <p:cNvSpPr/>
              <p:nvPr/>
            </p:nvSpPr>
            <p:spPr>
              <a:xfrm>
                <a:off x="7347932" y="4761174"/>
                <a:ext cx="173119" cy="97132"/>
              </a:xfrm>
              <a:custGeom>
                <a:avLst/>
                <a:gdLst>
                  <a:gd name="connsiteX0" fmla="*/ 173119 w 173119"/>
                  <a:gd name="connsiteY0" fmla="*/ 30128 h 97132"/>
                  <a:gd name="connsiteX1" fmla="*/ 171405 w 173119"/>
                  <a:gd name="connsiteY1" fmla="*/ 16370 h 97132"/>
                  <a:gd name="connsiteX2" fmla="*/ 144231 w 173119"/>
                  <a:gd name="connsiteY2" fmla="*/ 6656 h 97132"/>
                  <a:gd name="connsiteX3" fmla="*/ 102801 w 173119"/>
                  <a:gd name="connsiteY3" fmla="*/ 0 h 97132"/>
                  <a:gd name="connsiteX4" fmla="*/ 61485 w 173119"/>
                  <a:gd name="connsiteY4" fmla="*/ 6645 h 97132"/>
                  <a:gd name="connsiteX5" fmla="*/ 11736 w 173119"/>
                  <a:gd name="connsiteY5" fmla="*/ 30465 h 97132"/>
                  <a:gd name="connsiteX6" fmla="*/ 0 w 173119"/>
                  <a:gd name="connsiteY6" fmla="*/ 54280 h 97132"/>
                  <a:gd name="connsiteX7" fmla="*/ 0 w 173119"/>
                  <a:gd name="connsiteY7" fmla="*/ 97133 h 97132"/>
                  <a:gd name="connsiteX8" fmla="*/ 11427 w 173119"/>
                  <a:gd name="connsiteY8" fmla="*/ 97133 h 97132"/>
                  <a:gd name="connsiteX9" fmla="*/ 11427 w 173119"/>
                  <a:gd name="connsiteY9" fmla="*/ 54280 h 97132"/>
                  <a:gd name="connsiteX10" fmla="*/ 18672 w 173119"/>
                  <a:gd name="connsiteY10" fmla="*/ 39550 h 97132"/>
                  <a:gd name="connsiteX11" fmla="*/ 64708 w 173119"/>
                  <a:gd name="connsiteY11" fmla="*/ 17610 h 97132"/>
                  <a:gd name="connsiteX12" fmla="*/ 102801 w 173119"/>
                  <a:gd name="connsiteY12" fmla="*/ 11427 h 97132"/>
                  <a:gd name="connsiteX13" fmla="*/ 141334 w 173119"/>
                  <a:gd name="connsiteY13" fmla="*/ 17712 h 97132"/>
                  <a:gd name="connsiteX14" fmla="*/ 173119 w 173119"/>
                  <a:gd name="connsiteY14" fmla="*/ 30128 h 97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3119" h="97132">
                    <a:moveTo>
                      <a:pt x="173119" y="30128"/>
                    </a:moveTo>
                    <a:cubicBezTo>
                      <a:pt x="172079" y="25613"/>
                      <a:pt x="171504" y="21002"/>
                      <a:pt x="171405" y="16370"/>
                    </a:cubicBezTo>
                    <a:cubicBezTo>
                      <a:pt x="162686" y="12253"/>
                      <a:pt x="153584" y="9000"/>
                      <a:pt x="144231" y="6656"/>
                    </a:cubicBezTo>
                    <a:cubicBezTo>
                      <a:pt x="130770" y="2643"/>
                      <a:pt x="116841" y="405"/>
                      <a:pt x="102801" y="0"/>
                    </a:cubicBezTo>
                    <a:cubicBezTo>
                      <a:pt x="88764" y="14"/>
                      <a:pt x="74818" y="2257"/>
                      <a:pt x="61485" y="6645"/>
                    </a:cubicBezTo>
                    <a:cubicBezTo>
                      <a:pt x="43602" y="11521"/>
                      <a:pt x="26747" y="19591"/>
                      <a:pt x="11736" y="30465"/>
                    </a:cubicBezTo>
                    <a:cubicBezTo>
                      <a:pt x="4344" y="36155"/>
                      <a:pt x="9" y="44952"/>
                      <a:pt x="0" y="54280"/>
                    </a:cubicBezTo>
                    <a:lnTo>
                      <a:pt x="0" y="97133"/>
                    </a:lnTo>
                    <a:lnTo>
                      <a:pt x="11427" y="97133"/>
                    </a:lnTo>
                    <a:lnTo>
                      <a:pt x="11427" y="54280"/>
                    </a:lnTo>
                    <a:cubicBezTo>
                      <a:pt x="11438" y="48515"/>
                      <a:pt x="14112" y="43078"/>
                      <a:pt x="18672" y="39550"/>
                    </a:cubicBezTo>
                    <a:cubicBezTo>
                      <a:pt x="32576" y="29533"/>
                      <a:pt x="48170" y="22101"/>
                      <a:pt x="64708" y="17610"/>
                    </a:cubicBezTo>
                    <a:cubicBezTo>
                      <a:pt x="77004" y="13569"/>
                      <a:pt x="89858" y="11483"/>
                      <a:pt x="102801" y="11427"/>
                    </a:cubicBezTo>
                    <a:cubicBezTo>
                      <a:pt x="115863" y="11848"/>
                      <a:pt x="128815" y="13961"/>
                      <a:pt x="141334" y="17712"/>
                    </a:cubicBezTo>
                    <a:cubicBezTo>
                      <a:pt x="152430" y="20432"/>
                      <a:pt x="163117" y="24607"/>
                      <a:pt x="173119" y="30128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102DAB9-BC72-73CD-ECAE-3BB43A284CDE}"/>
                  </a:ext>
                </a:extLst>
              </p:cNvPr>
              <p:cNvSpPr/>
              <p:nvPr/>
            </p:nvSpPr>
            <p:spPr>
              <a:xfrm>
                <a:off x="7485015" y="4840080"/>
                <a:ext cx="205699" cy="97132"/>
              </a:xfrm>
              <a:custGeom>
                <a:avLst/>
                <a:gdLst>
                  <a:gd name="connsiteX0" fmla="*/ 193694 w 205699"/>
                  <a:gd name="connsiteY0" fmla="*/ 30283 h 97132"/>
                  <a:gd name="connsiteX1" fmla="*/ 144288 w 205699"/>
                  <a:gd name="connsiteY1" fmla="*/ 6679 h 97132"/>
                  <a:gd name="connsiteX2" fmla="*/ 102846 w 205699"/>
                  <a:gd name="connsiteY2" fmla="*/ 0 h 97132"/>
                  <a:gd name="connsiteX3" fmla="*/ 61542 w 205699"/>
                  <a:gd name="connsiteY3" fmla="*/ 6645 h 97132"/>
                  <a:gd name="connsiteX4" fmla="*/ 11793 w 205699"/>
                  <a:gd name="connsiteY4" fmla="*/ 30465 h 97132"/>
                  <a:gd name="connsiteX5" fmla="*/ 0 w 205699"/>
                  <a:gd name="connsiteY5" fmla="*/ 54280 h 97132"/>
                  <a:gd name="connsiteX6" fmla="*/ 0 w 205699"/>
                  <a:gd name="connsiteY6" fmla="*/ 97133 h 97132"/>
                  <a:gd name="connsiteX7" fmla="*/ 11427 w 205699"/>
                  <a:gd name="connsiteY7" fmla="*/ 97133 h 97132"/>
                  <a:gd name="connsiteX8" fmla="*/ 11427 w 205699"/>
                  <a:gd name="connsiteY8" fmla="*/ 54280 h 97132"/>
                  <a:gd name="connsiteX9" fmla="*/ 18678 w 205699"/>
                  <a:gd name="connsiteY9" fmla="*/ 39550 h 97132"/>
                  <a:gd name="connsiteX10" fmla="*/ 64708 w 205699"/>
                  <a:gd name="connsiteY10" fmla="*/ 17610 h 97132"/>
                  <a:gd name="connsiteX11" fmla="*/ 102846 w 205699"/>
                  <a:gd name="connsiteY11" fmla="*/ 11427 h 97132"/>
                  <a:gd name="connsiteX12" fmla="*/ 141385 w 205699"/>
                  <a:gd name="connsiteY12" fmla="*/ 17712 h 97132"/>
                  <a:gd name="connsiteX13" fmla="*/ 186586 w 205699"/>
                  <a:gd name="connsiteY13" fmla="*/ 39219 h 97132"/>
                  <a:gd name="connsiteX14" fmla="*/ 187078 w 205699"/>
                  <a:gd name="connsiteY14" fmla="*/ 39584 h 97132"/>
                  <a:gd name="connsiteX15" fmla="*/ 194265 w 205699"/>
                  <a:gd name="connsiteY15" fmla="*/ 54280 h 97132"/>
                  <a:gd name="connsiteX16" fmla="*/ 194265 w 205699"/>
                  <a:gd name="connsiteY16" fmla="*/ 97133 h 97132"/>
                  <a:gd name="connsiteX17" fmla="*/ 205693 w 205699"/>
                  <a:gd name="connsiteY17" fmla="*/ 97133 h 97132"/>
                  <a:gd name="connsiteX18" fmla="*/ 205693 w 205699"/>
                  <a:gd name="connsiteY18" fmla="*/ 54280 h 97132"/>
                  <a:gd name="connsiteX19" fmla="*/ 193694 w 205699"/>
                  <a:gd name="connsiteY19" fmla="*/ 30283 h 97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05699" h="97132">
                    <a:moveTo>
                      <a:pt x="193694" y="30283"/>
                    </a:moveTo>
                    <a:cubicBezTo>
                      <a:pt x="179132" y="18924"/>
                      <a:pt x="162273" y="10870"/>
                      <a:pt x="144288" y="6679"/>
                    </a:cubicBezTo>
                    <a:cubicBezTo>
                      <a:pt x="130823" y="2659"/>
                      <a:pt x="116892" y="414"/>
                      <a:pt x="102846" y="0"/>
                    </a:cubicBezTo>
                    <a:cubicBezTo>
                      <a:pt x="88814" y="14"/>
                      <a:pt x="74872" y="2257"/>
                      <a:pt x="61542" y="6645"/>
                    </a:cubicBezTo>
                    <a:cubicBezTo>
                      <a:pt x="43657" y="11518"/>
                      <a:pt x="26802" y="19588"/>
                      <a:pt x="11793" y="30465"/>
                    </a:cubicBezTo>
                    <a:cubicBezTo>
                      <a:pt x="4377" y="36142"/>
                      <a:pt x="20" y="44941"/>
                      <a:pt x="0" y="54280"/>
                    </a:cubicBezTo>
                    <a:lnTo>
                      <a:pt x="0" y="97133"/>
                    </a:lnTo>
                    <a:lnTo>
                      <a:pt x="11427" y="97133"/>
                    </a:lnTo>
                    <a:lnTo>
                      <a:pt x="11427" y="54280"/>
                    </a:lnTo>
                    <a:cubicBezTo>
                      <a:pt x="11438" y="48513"/>
                      <a:pt x="14115" y="43076"/>
                      <a:pt x="18678" y="39550"/>
                    </a:cubicBezTo>
                    <a:cubicBezTo>
                      <a:pt x="32578" y="29531"/>
                      <a:pt x="48171" y="22098"/>
                      <a:pt x="64708" y="17610"/>
                    </a:cubicBezTo>
                    <a:cubicBezTo>
                      <a:pt x="77018" y="13565"/>
                      <a:pt x="89888" y="11479"/>
                      <a:pt x="102846" y="11427"/>
                    </a:cubicBezTo>
                    <a:cubicBezTo>
                      <a:pt x="115911" y="11846"/>
                      <a:pt x="128865" y="13959"/>
                      <a:pt x="141385" y="17712"/>
                    </a:cubicBezTo>
                    <a:cubicBezTo>
                      <a:pt x="157843" y="21491"/>
                      <a:pt x="173272" y="28832"/>
                      <a:pt x="186586" y="39219"/>
                    </a:cubicBezTo>
                    <a:lnTo>
                      <a:pt x="187078" y="39584"/>
                    </a:lnTo>
                    <a:cubicBezTo>
                      <a:pt x="191778" y="42975"/>
                      <a:pt x="194474" y="48489"/>
                      <a:pt x="194265" y="54280"/>
                    </a:cubicBezTo>
                    <a:lnTo>
                      <a:pt x="194265" y="97133"/>
                    </a:lnTo>
                    <a:lnTo>
                      <a:pt x="205693" y="97133"/>
                    </a:lnTo>
                    <a:lnTo>
                      <a:pt x="205693" y="54280"/>
                    </a:lnTo>
                    <a:cubicBezTo>
                      <a:pt x="205900" y="44791"/>
                      <a:pt x="201410" y="35811"/>
                      <a:pt x="193694" y="30283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5BAFD8DD-8610-F3EB-DE87-3016E40039A2}"/>
                  </a:ext>
                </a:extLst>
              </p:cNvPr>
              <p:cNvSpPr/>
              <p:nvPr/>
            </p:nvSpPr>
            <p:spPr>
              <a:xfrm>
                <a:off x="7536438" y="4724749"/>
                <a:ext cx="102846" cy="102846"/>
              </a:xfrm>
              <a:custGeom>
                <a:avLst/>
                <a:gdLst>
                  <a:gd name="connsiteX0" fmla="*/ 51423 w 102846"/>
                  <a:gd name="connsiteY0" fmla="*/ 102846 h 102846"/>
                  <a:gd name="connsiteX1" fmla="*/ 102846 w 102846"/>
                  <a:gd name="connsiteY1" fmla="*/ 51423 h 102846"/>
                  <a:gd name="connsiteX2" fmla="*/ 51423 w 102846"/>
                  <a:gd name="connsiteY2" fmla="*/ 0 h 102846"/>
                  <a:gd name="connsiteX3" fmla="*/ 0 w 102846"/>
                  <a:gd name="connsiteY3" fmla="*/ 51423 h 102846"/>
                  <a:gd name="connsiteX4" fmla="*/ 51423 w 102846"/>
                  <a:gd name="connsiteY4" fmla="*/ 102846 h 102846"/>
                  <a:gd name="connsiteX5" fmla="*/ 51423 w 102846"/>
                  <a:gd name="connsiteY5" fmla="*/ 11427 h 102846"/>
                  <a:gd name="connsiteX6" fmla="*/ 91419 w 102846"/>
                  <a:gd name="connsiteY6" fmla="*/ 51423 h 102846"/>
                  <a:gd name="connsiteX7" fmla="*/ 51423 w 102846"/>
                  <a:gd name="connsiteY7" fmla="*/ 91419 h 102846"/>
                  <a:gd name="connsiteX8" fmla="*/ 11427 w 102846"/>
                  <a:gd name="connsiteY8" fmla="*/ 51423 h 102846"/>
                  <a:gd name="connsiteX9" fmla="*/ 51423 w 102846"/>
                  <a:gd name="connsiteY9" fmla="*/ 11399 h 10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846" h="102846">
                    <a:moveTo>
                      <a:pt x="51423" y="102846"/>
                    </a:moveTo>
                    <a:cubicBezTo>
                      <a:pt x="79824" y="102846"/>
                      <a:pt x="102846" y="79824"/>
                      <a:pt x="102846" y="51423"/>
                    </a:cubicBezTo>
                    <a:cubicBezTo>
                      <a:pt x="102846" y="23023"/>
                      <a:pt x="79824" y="0"/>
                      <a:pt x="51423" y="0"/>
                    </a:cubicBezTo>
                    <a:cubicBezTo>
                      <a:pt x="23023" y="0"/>
                      <a:pt x="0" y="23023"/>
                      <a:pt x="0" y="51423"/>
                    </a:cubicBezTo>
                    <a:cubicBezTo>
                      <a:pt x="0" y="79824"/>
                      <a:pt x="23023" y="102846"/>
                      <a:pt x="51423" y="102846"/>
                    </a:cubicBezTo>
                    <a:close/>
                    <a:moveTo>
                      <a:pt x="51423" y="11427"/>
                    </a:moveTo>
                    <a:cubicBezTo>
                      <a:pt x="73512" y="11427"/>
                      <a:pt x="91419" y="29334"/>
                      <a:pt x="91419" y="51423"/>
                    </a:cubicBezTo>
                    <a:cubicBezTo>
                      <a:pt x="91419" y="73512"/>
                      <a:pt x="73512" y="91419"/>
                      <a:pt x="51423" y="91419"/>
                    </a:cubicBezTo>
                    <a:cubicBezTo>
                      <a:pt x="29334" y="91419"/>
                      <a:pt x="11427" y="73512"/>
                      <a:pt x="11427" y="51423"/>
                    </a:cubicBezTo>
                    <a:cubicBezTo>
                      <a:pt x="11443" y="29336"/>
                      <a:pt x="29336" y="11430"/>
                      <a:pt x="51423" y="11399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6DA97BE-0D82-107A-0FA5-AB2D086F37ED}"/>
              </a:ext>
            </a:extLst>
          </p:cNvPr>
          <p:cNvGrpSpPr/>
          <p:nvPr/>
        </p:nvGrpSpPr>
        <p:grpSpPr>
          <a:xfrm>
            <a:off x="8211663" y="1260635"/>
            <a:ext cx="1745138" cy="2152802"/>
            <a:chOff x="8211663" y="1260635"/>
            <a:chExt cx="1745138" cy="2152802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740BA5A-E51F-3E0D-AE45-2A730E5D69CC}"/>
                </a:ext>
              </a:extLst>
            </p:cNvPr>
            <p:cNvSpPr/>
            <p:nvPr/>
          </p:nvSpPr>
          <p:spPr>
            <a:xfrm flipV="1">
              <a:off x="8275847" y="2023636"/>
              <a:ext cx="1389801" cy="1389801"/>
            </a:xfrm>
            <a:prstGeom prst="ellipse">
              <a:avLst/>
            </a:prstGeom>
            <a:solidFill>
              <a:srgbClr val="000000">
                <a:lumMod val="95000"/>
                <a:lumOff val="5000"/>
                <a:alpha val="20000"/>
              </a:srgbClr>
            </a:solidFill>
            <a:ln>
              <a:noFill/>
            </a:ln>
            <a:effectLst>
              <a:softEdge rad="190500"/>
            </a:effectLst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5BAC253-B3E0-9E61-3B73-0128639C9601}"/>
                </a:ext>
              </a:extLst>
            </p:cNvPr>
            <p:cNvSpPr/>
            <p:nvPr/>
          </p:nvSpPr>
          <p:spPr>
            <a:xfrm flipV="1">
              <a:off x="8540190" y="2089240"/>
              <a:ext cx="1083092" cy="108309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rgbClr val="0072C6">
                <a:shade val="15000"/>
              </a:srgbClr>
            </a:lnRef>
            <a:fillRef idx="1">
              <a:srgbClr val="0072C6"/>
            </a:fillRef>
            <a:effectRef idx="0">
              <a:srgbClr val="0072C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7E8222-60C1-995A-00A1-93B8902DA8F7}"/>
                </a:ext>
              </a:extLst>
            </p:cNvPr>
            <p:cNvSpPr txBox="1"/>
            <p:nvPr/>
          </p:nvSpPr>
          <p:spPr>
            <a:xfrm>
              <a:off x="8211663" y="1260635"/>
              <a:ext cx="1745138" cy="6351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IN" sz="1400" dirty="0">
                  <a:solidFill>
                    <a:srgbClr val="FFFFFF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Data-Reconciliation — workbook + decisions email.</a:t>
              </a:r>
            </a:p>
          </p:txBody>
        </p:sp>
        <p:grpSp>
          <p:nvGrpSpPr>
            <p:cNvPr id="107" name="Graphic 95" descr="Presentation with pie chart outline">
              <a:extLst>
                <a:ext uri="{FF2B5EF4-FFF2-40B4-BE49-F238E27FC236}">
                  <a16:creationId xmlns:a16="http://schemas.microsoft.com/office/drawing/2014/main" id="{F64D08F5-935A-5FC8-6341-B1C1F15A4A09}"/>
                </a:ext>
              </a:extLst>
            </p:cNvPr>
            <p:cNvGrpSpPr/>
            <p:nvPr/>
          </p:nvGrpSpPr>
          <p:grpSpPr>
            <a:xfrm>
              <a:off x="8870329" y="2425093"/>
              <a:ext cx="422812" cy="417099"/>
              <a:chOff x="8870329" y="2425093"/>
              <a:chExt cx="422812" cy="417099"/>
            </a:xfrm>
            <a:gradFill flip="none" rotWithShape="1">
              <a:gsLst>
                <a:gs pos="3497">
                  <a:srgbClr val="E8433B"/>
                </a:gs>
                <a:gs pos="100000">
                  <a:srgbClr val="8D43A1"/>
                </a:gs>
              </a:gsLst>
              <a:lin ang="18900000" scaled="1"/>
              <a:tileRect/>
            </a:gradFill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550DC8C-B905-7A19-24C0-84BC9E6AA7B9}"/>
                  </a:ext>
                </a:extLst>
              </p:cNvPr>
              <p:cNvSpPr/>
              <p:nvPr/>
            </p:nvSpPr>
            <p:spPr>
              <a:xfrm>
                <a:off x="8870329" y="2425093"/>
                <a:ext cx="422812" cy="417099"/>
              </a:xfrm>
              <a:custGeom>
                <a:avLst/>
                <a:gdLst>
                  <a:gd name="connsiteX0" fmla="*/ 417099 w 422812"/>
                  <a:gd name="connsiteY0" fmla="*/ 39996 h 417099"/>
                  <a:gd name="connsiteX1" fmla="*/ 422813 w 422812"/>
                  <a:gd name="connsiteY1" fmla="*/ 34282 h 417099"/>
                  <a:gd name="connsiteX2" fmla="*/ 417099 w 422812"/>
                  <a:gd name="connsiteY2" fmla="*/ 28568 h 417099"/>
                  <a:gd name="connsiteX3" fmla="*/ 217120 w 422812"/>
                  <a:gd name="connsiteY3" fmla="*/ 28568 h 417099"/>
                  <a:gd name="connsiteX4" fmla="*/ 217120 w 422812"/>
                  <a:gd name="connsiteY4" fmla="*/ 5714 h 417099"/>
                  <a:gd name="connsiteX5" fmla="*/ 211406 w 422812"/>
                  <a:gd name="connsiteY5" fmla="*/ 0 h 417099"/>
                  <a:gd name="connsiteX6" fmla="*/ 205693 w 422812"/>
                  <a:gd name="connsiteY6" fmla="*/ 5714 h 417099"/>
                  <a:gd name="connsiteX7" fmla="*/ 205693 w 422812"/>
                  <a:gd name="connsiteY7" fmla="*/ 28568 h 417099"/>
                  <a:gd name="connsiteX8" fmla="*/ 5714 w 422812"/>
                  <a:gd name="connsiteY8" fmla="*/ 28568 h 417099"/>
                  <a:gd name="connsiteX9" fmla="*/ 0 w 422812"/>
                  <a:gd name="connsiteY9" fmla="*/ 34282 h 417099"/>
                  <a:gd name="connsiteX10" fmla="*/ 5714 w 422812"/>
                  <a:gd name="connsiteY10" fmla="*/ 39996 h 417099"/>
                  <a:gd name="connsiteX11" fmla="*/ 28568 w 422812"/>
                  <a:gd name="connsiteY11" fmla="*/ 39996 h 417099"/>
                  <a:gd name="connsiteX12" fmla="*/ 28568 w 422812"/>
                  <a:gd name="connsiteY12" fmla="*/ 274257 h 417099"/>
                  <a:gd name="connsiteX13" fmla="*/ 5714 w 422812"/>
                  <a:gd name="connsiteY13" fmla="*/ 274257 h 417099"/>
                  <a:gd name="connsiteX14" fmla="*/ 0 w 422812"/>
                  <a:gd name="connsiteY14" fmla="*/ 279971 h 417099"/>
                  <a:gd name="connsiteX15" fmla="*/ 5714 w 422812"/>
                  <a:gd name="connsiteY15" fmla="*/ 285684 h 417099"/>
                  <a:gd name="connsiteX16" fmla="*/ 197614 w 422812"/>
                  <a:gd name="connsiteY16" fmla="*/ 285684 h 417099"/>
                  <a:gd name="connsiteX17" fmla="*/ 95950 w 422812"/>
                  <a:gd name="connsiteY17" fmla="*/ 387348 h 417099"/>
                  <a:gd name="connsiteX18" fmla="*/ 96091 w 422812"/>
                  <a:gd name="connsiteY18" fmla="*/ 395427 h 417099"/>
                  <a:gd name="connsiteX19" fmla="*/ 104029 w 422812"/>
                  <a:gd name="connsiteY19" fmla="*/ 395427 h 417099"/>
                  <a:gd name="connsiteX20" fmla="*/ 205693 w 422812"/>
                  <a:gd name="connsiteY20" fmla="*/ 293764 h 417099"/>
                  <a:gd name="connsiteX21" fmla="*/ 205693 w 422812"/>
                  <a:gd name="connsiteY21" fmla="*/ 411386 h 417099"/>
                  <a:gd name="connsiteX22" fmla="*/ 211406 w 422812"/>
                  <a:gd name="connsiteY22" fmla="*/ 417099 h 417099"/>
                  <a:gd name="connsiteX23" fmla="*/ 217120 w 422812"/>
                  <a:gd name="connsiteY23" fmla="*/ 411386 h 417099"/>
                  <a:gd name="connsiteX24" fmla="*/ 217120 w 422812"/>
                  <a:gd name="connsiteY24" fmla="*/ 293764 h 417099"/>
                  <a:gd name="connsiteX25" fmla="*/ 318784 w 422812"/>
                  <a:gd name="connsiteY25" fmla="*/ 395427 h 417099"/>
                  <a:gd name="connsiteX26" fmla="*/ 326863 w 422812"/>
                  <a:gd name="connsiteY26" fmla="*/ 395287 h 417099"/>
                  <a:gd name="connsiteX27" fmla="*/ 326863 w 422812"/>
                  <a:gd name="connsiteY27" fmla="*/ 387348 h 417099"/>
                  <a:gd name="connsiteX28" fmla="*/ 225199 w 422812"/>
                  <a:gd name="connsiteY28" fmla="*/ 285684 h 417099"/>
                  <a:gd name="connsiteX29" fmla="*/ 417099 w 422812"/>
                  <a:gd name="connsiteY29" fmla="*/ 285684 h 417099"/>
                  <a:gd name="connsiteX30" fmla="*/ 422813 w 422812"/>
                  <a:gd name="connsiteY30" fmla="*/ 279971 h 417099"/>
                  <a:gd name="connsiteX31" fmla="*/ 417099 w 422812"/>
                  <a:gd name="connsiteY31" fmla="*/ 274257 h 417099"/>
                  <a:gd name="connsiteX32" fmla="*/ 394244 w 422812"/>
                  <a:gd name="connsiteY32" fmla="*/ 274257 h 417099"/>
                  <a:gd name="connsiteX33" fmla="*/ 394244 w 422812"/>
                  <a:gd name="connsiteY33" fmla="*/ 39996 h 417099"/>
                  <a:gd name="connsiteX34" fmla="*/ 382817 w 422812"/>
                  <a:gd name="connsiteY34" fmla="*/ 274257 h 417099"/>
                  <a:gd name="connsiteX35" fmla="*/ 39996 w 422812"/>
                  <a:gd name="connsiteY35" fmla="*/ 274257 h 417099"/>
                  <a:gd name="connsiteX36" fmla="*/ 39996 w 422812"/>
                  <a:gd name="connsiteY36" fmla="*/ 39996 h 417099"/>
                  <a:gd name="connsiteX37" fmla="*/ 382817 w 422812"/>
                  <a:gd name="connsiteY37" fmla="*/ 39996 h 4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22812" h="417099">
                    <a:moveTo>
                      <a:pt x="417099" y="39996"/>
                    </a:moveTo>
                    <a:cubicBezTo>
                      <a:pt x="420255" y="39996"/>
                      <a:pt x="422813" y="37438"/>
                      <a:pt x="422813" y="34282"/>
                    </a:cubicBezTo>
                    <a:cubicBezTo>
                      <a:pt x="422813" y="31126"/>
                      <a:pt x="420255" y="28568"/>
                      <a:pt x="417099" y="28568"/>
                    </a:cubicBezTo>
                    <a:lnTo>
                      <a:pt x="217120" y="28568"/>
                    </a:lnTo>
                    <a:lnTo>
                      <a:pt x="217120" y="5714"/>
                    </a:lnTo>
                    <a:cubicBezTo>
                      <a:pt x="217120" y="2558"/>
                      <a:pt x="214562" y="0"/>
                      <a:pt x="211406" y="0"/>
                    </a:cubicBezTo>
                    <a:cubicBezTo>
                      <a:pt x="208251" y="0"/>
                      <a:pt x="205693" y="2558"/>
                      <a:pt x="205693" y="5714"/>
                    </a:cubicBezTo>
                    <a:lnTo>
                      <a:pt x="205693" y="28568"/>
                    </a:lnTo>
                    <a:lnTo>
                      <a:pt x="5714" y="28568"/>
                    </a:lnTo>
                    <a:cubicBezTo>
                      <a:pt x="2558" y="28568"/>
                      <a:pt x="0" y="31126"/>
                      <a:pt x="0" y="34282"/>
                    </a:cubicBezTo>
                    <a:cubicBezTo>
                      <a:pt x="0" y="37438"/>
                      <a:pt x="2558" y="39996"/>
                      <a:pt x="5714" y="39996"/>
                    </a:cubicBezTo>
                    <a:lnTo>
                      <a:pt x="28568" y="39996"/>
                    </a:lnTo>
                    <a:lnTo>
                      <a:pt x="28568" y="274257"/>
                    </a:lnTo>
                    <a:lnTo>
                      <a:pt x="5714" y="274257"/>
                    </a:lnTo>
                    <a:cubicBezTo>
                      <a:pt x="2558" y="274257"/>
                      <a:pt x="0" y="276815"/>
                      <a:pt x="0" y="279971"/>
                    </a:cubicBezTo>
                    <a:cubicBezTo>
                      <a:pt x="0" y="283126"/>
                      <a:pt x="2558" y="285684"/>
                      <a:pt x="5714" y="285684"/>
                    </a:cubicBezTo>
                    <a:lnTo>
                      <a:pt x="197614" y="285684"/>
                    </a:lnTo>
                    <a:lnTo>
                      <a:pt x="95950" y="387348"/>
                    </a:lnTo>
                    <a:cubicBezTo>
                      <a:pt x="93758" y="389618"/>
                      <a:pt x="93820" y="393235"/>
                      <a:pt x="96091" y="395427"/>
                    </a:cubicBezTo>
                    <a:cubicBezTo>
                      <a:pt x="98305" y="397566"/>
                      <a:pt x="101815" y="397566"/>
                      <a:pt x="104029" y="395427"/>
                    </a:cubicBezTo>
                    <a:lnTo>
                      <a:pt x="205693" y="293764"/>
                    </a:lnTo>
                    <a:lnTo>
                      <a:pt x="205693" y="411386"/>
                    </a:lnTo>
                    <a:cubicBezTo>
                      <a:pt x="205693" y="414541"/>
                      <a:pt x="208251" y="417099"/>
                      <a:pt x="211406" y="417099"/>
                    </a:cubicBezTo>
                    <a:cubicBezTo>
                      <a:pt x="214562" y="417099"/>
                      <a:pt x="217120" y="414541"/>
                      <a:pt x="217120" y="411386"/>
                    </a:cubicBezTo>
                    <a:lnTo>
                      <a:pt x="217120" y="293764"/>
                    </a:lnTo>
                    <a:lnTo>
                      <a:pt x="318784" y="395427"/>
                    </a:lnTo>
                    <a:cubicBezTo>
                      <a:pt x="321054" y="397620"/>
                      <a:pt x="324671" y="397557"/>
                      <a:pt x="326863" y="395287"/>
                    </a:cubicBezTo>
                    <a:cubicBezTo>
                      <a:pt x="329002" y="393073"/>
                      <a:pt x="329002" y="389562"/>
                      <a:pt x="326863" y="387348"/>
                    </a:cubicBezTo>
                    <a:lnTo>
                      <a:pt x="225199" y="285684"/>
                    </a:lnTo>
                    <a:lnTo>
                      <a:pt x="417099" y="285684"/>
                    </a:lnTo>
                    <a:cubicBezTo>
                      <a:pt x="420255" y="285684"/>
                      <a:pt x="422813" y="283126"/>
                      <a:pt x="422813" y="279971"/>
                    </a:cubicBezTo>
                    <a:cubicBezTo>
                      <a:pt x="422813" y="276815"/>
                      <a:pt x="420255" y="274257"/>
                      <a:pt x="417099" y="274257"/>
                    </a:cubicBezTo>
                    <a:lnTo>
                      <a:pt x="394244" y="274257"/>
                    </a:lnTo>
                    <a:lnTo>
                      <a:pt x="394244" y="39996"/>
                    </a:lnTo>
                    <a:close/>
                    <a:moveTo>
                      <a:pt x="382817" y="274257"/>
                    </a:moveTo>
                    <a:lnTo>
                      <a:pt x="39996" y="274257"/>
                    </a:lnTo>
                    <a:lnTo>
                      <a:pt x="39996" y="39996"/>
                    </a:lnTo>
                    <a:lnTo>
                      <a:pt x="382817" y="39996"/>
                    </a:ln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20F1E5A-571C-E963-B83D-8134AA3151E8}"/>
                  </a:ext>
                </a:extLst>
              </p:cNvPr>
              <p:cNvSpPr/>
              <p:nvPr/>
            </p:nvSpPr>
            <p:spPr>
              <a:xfrm>
                <a:off x="8996030" y="2499371"/>
                <a:ext cx="171410" cy="171410"/>
              </a:xfrm>
              <a:custGeom>
                <a:avLst/>
                <a:gdLst>
                  <a:gd name="connsiteX0" fmla="*/ 0 w 171410"/>
                  <a:gd name="connsiteY0" fmla="*/ 85705 h 171410"/>
                  <a:gd name="connsiteX1" fmla="*/ 85705 w 171410"/>
                  <a:gd name="connsiteY1" fmla="*/ 171411 h 171410"/>
                  <a:gd name="connsiteX2" fmla="*/ 171411 w 171410"/>
                  <a:gd name="connsiteY2" fmla="*/ 85705 h 171410"/>
                  <a:gd name="connsiteX3" fmla="*/ 85705 w 171410"/>
                  <a:gd name="connsiteY3" fmla="*/ 0 h 171410"/>
                  <a:gd name="connsiteX4" fmla="*/ 0 w 171410"/>
                  <a:gd name="connsiteY4" fmla="*/ 85705 h 171410"/>
                  <a:gd name="connsiteX5" fmla="*/ 99635 w 171410"/>
                  <a:gd name="connsiteY5" fmla="*/ 91419 h 171410"/>
                  <a:gd name="connsiteX6" fmla="*/ 159692 w 171410"/>
                  <a:gd name="connsiteY6" fmla="*/ 91419 h 171410"/>
                  <a:gd name="connsiteX7" fmla="*/ 142048 w 171410"/>
                  <a:gd name="connsiteY7" fmla="*/ 133969 h 171410"/>
                  <a:gd name="connsiteX8" fmla="*/ 99595 w 171410"/>
                  <a:gd name="connsiteY8" fmla="*/ 91516 h 171410"/>
                  <a:gd name="connsiteX9" fmla="*/ 99635 w 171410"/>
                  <a:gd name="connsiteY9" fmla="*/ 91419 h 171410"/>
                  <a:gd name="connsiteX10" fmla="*/ 11427 w 171410"/>
                  <a:gd name="connsiteY10" fmla="*/ 85705 h 171410"/>
                  <a:gd name="connsiteX11" fmla="*/ 79992 w 171410"/>
                  <a:gd name="connsiteY11" fmla="*/ 11719 h 171410"/>
                  <a:gd name="connsiteX12" fmla="*/ 79992 w 171410"/>
                  <a:gd name="connsiteY12" fmla="*/ 88071 h 171410"/>
                  <a:gd name="connsiteX13" fmla="*/ 133969 w 171410"/>
                  <a:gd name="connsiteY13" fmla="*/ 142048 h 171410"/>
                  <a:gd name="connsiteX14" fmla="*/ 29365 w 171410"/>
                  <a:gd name="connsiteY14" fmla="*/ 134177 h 171410"/>
                  <a:gd name="connsiteX15" fmla="*/ 11427 w 171410"/>
                  <a:gd name="connsiteY15" fmla="*/ 85705 h 171410"/>
                  <a:gd name="connsiteX16" fmla="*/ 159692 w 171410"/>
                  <a:gd name="connsiteY16" fmla="*/ 79992 h 171410"/>
                  <a:gd name="connsiteX17" fmla="*/ 91419 w 171410"/>
                  <a:gd name="connsiteY17" fmla="*/ 79992 h 171410"/>
                  <a:gd name="connsiteX18" fmla="*/ 91419 w 171410"/>
                  <a:gd name="connsiteY18" fmla="*/ 11719 h 171410"/>
                  <a:gd name="connsiteX19" fmla="*/ 159692 w 171410"/>
                  <a:gd name="connsiteY19" fmla="*/ 79992 h 171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71410" h="171410">
                    <a:moveTo>
                      <a:pt x="0" y="85705"/>
                    </a:moveTo>
                    <a:cubicBezTo>
                      <a:pt x="0" y="133039"/>
                      <a:pt x="38371" y="171411"/>
                      <a:pt x="85705" y="171411"/>
                    </a:cubicBezTo>
                    <a:cubicBezTo>
                      <a:pt x="133039" y="171411"/>
                      <a:pt x="171411" y="133039"/>
                      <a:pt x="171411" y="85705"/>
                    </a:cubicBezTo>
                    <a:cubicBezTo>
                      <a:pt x="171411" y="38371"/>
                      <a:pt x="133039" y="0"/>
                      <a:pt x="85705" y="0"/>
                    </a:cubicBezTo>
                    <a:cubicBezTo>
                      <a:pt x="38394" y="54"/>
                      <a:pt x="54" y="38394"/>
                      <a:pt x="0" y="85705"/>
                    </a:cubicBezTo>
                    <a:close/>
                    <a:moveTo>
                      <a:pt x="99635" y="91419"/>
                    </a:moveTo>
                    <a:lnTo>
                      <a:pt x="159692" y="91419"/>
                    </a:lnTo>
                    <a:cubicBezTo>
                      <a:pt x="158500" y="107121"/>
                      <a:pt x="152317" y="122031"/>
                      <a:pt x="142048" y="133969"/>
                    </a:cubicBezTo>
                    <a:lnTo>
                      <a:pt x="99595" y="91516"/>
                    </a:lnTo>
                    <a:cubicBezTo>
                      <a:pt x="99544" y="91465"/>
                      <a:pt x="99561" y="91419"/>
                      <a:pt x="99635" y="91419"/>
                    </a:cubicBezTo>
                    <a:close/>
                    <a:moveTo>
                      <a:pt x="11427" y="85705"/>
                    </a:moveTo>
                    <a:cubicBezTo>
                      <a:pt x="11487" y="46935"/>
                      <a:pt x="41338" y="14723"/>
                      <a:pt x="79992" y="11719"/>
                    </a:cubicBezTo>
                    <a:lnTo>
                      <a:pt x="79992" y="88071"/>
                    </a:lnTo>
                    <a:lnTo>
                      <a:pt x="133969" y="142048"/>
                    </a:lnTo>
                    <a:cubicBezTo>
                      <a:pt x="102910" y="168760"/>
                      <a:pt x="56077" y="165236"/>
                      <a:pt x="29365" y="134177"/>
                    </a:cubicBezTo>
                    <a:cubicBezTo>
                      <a:pt x="17768" y="120693"/>
                      <a:pt x="11402" y="103490"/>
                      <a:pt x="11427" y="85705"/>
                    </a:cubicBezTo>
                    <a:close/>
                    <a:moveTo>
                      <a:pt x="159692" y="79992"/>
                    </a:moveTo>
                    <a:lnTo>
                      <a:pt x="91419" y="79992"/>
                    </a:lnTo>
                    <a:lnTo>
                      <a:pt x="91419" y="11719"/>
                    </a:lnTo>
                    <a:cubicBezTo>
                      <a:pt x="127881" y="14565"/>
                      <a:pt x="156846" y="43529"/>
                      <a:pt x="159692" y="79992"/>
                    </a:cubicBezTo>
                    <a:close/>
                  </a:path>
                </a:pathLst>
              </a:custGeom>
              <a:grpFill/>
              <a:ln w="56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LANDS ON THE TABLE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the Skills Deliver to the Client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ONE PIPELINE, TWO KINDS OF DELIVERABLE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17556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Build artifacts stand up the implementation; Assure artifacts prove it works and tee up the decisions only the client can make.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EVERY ENGAGEMENT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651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current-state baseline of exactly what's running today — sourced from the live site, not a stale export.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5349240" cy="365760"/>
          </a:xfrm>
          <a:prstGeom prst="roundRect">
            <a:avLst>
              <a:gd name="adj" fmla="val 17500"/>
            </a:avLst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154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BUILD DELIVERABLES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3154680"/>
            <a:ext cx="5349240" cy="365760"/>
          </a:xfrm>
          <a:prstGeom prst="roundRect">
            <a:avLst>
              <a:gd name="adj" fmla="val 17500"/>
            </a:avLst>
          </a:prstGeom>
          <a:solidFill>
            <a:srgbClr val="0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3154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ASSURE DELIVERABLES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809827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2225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3631131"/>
            <a:ext cx="48920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SDR and Web SDK XDM schema — the documented data-collection spec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3253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2225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05840" y="4146648"/>
            <a:ext cx="48920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live, published Launch property — extensions, data elements, rules, environments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37820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2225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20840" y="3703320"/>
            <a:ext cx="4892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findings audit deck + audit workbook — every claim sourced from live config</a:t>
            </a:r>
            <a:endParaRPr lang="en-US" sz="1100" dirty="0"/>
          </a:p>
        </p:txBody>
      </p:sp>
      <p:sp>
        <p:nvSpPr>
          <p:cNvPr id="150" name="Shape BodyHiding"/>
          <p:cNvSpPr/>
          <p:nvPr/>
        </p:nvSpPr>
        <p:spPr>
          <a:xfrm>
            <a:off x="6263640" y="42820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2225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BodyHiding"/>
          <p:cNvSpPr/>
          <p:nvPr/>
        </p:nvSpPr>
        <p:spPr>
          <a:xfrm>
            <a:off x="6720840" y="4203320"/>
            <a:ext cx="489204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reconciliation workbook — every variable's status, orphans and no-ops surfaced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48820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2225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20840" y="4703320"/>
            <a:ext cx="48920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client decisions email — the handful of calls only the client can make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© Slalom. All Rights Reserved. Proprietary and Confidential.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  <p:sp>
        <p:nvSpPr>
          <p:cNvPr id="152" name="Oval 151"/>
          <p:cNvSpPr/>
          <p:nvPr/>
        </p:nvSpPr>
        <p:spPr>
          <a:xfrm>
            <a:off x="548640" y="3809827"/>
            <a:ext cx="310896" cy="310896"/>
          </a:xfrm>
          <a:prstGeom prst="ellipse">
            <a:avLst/>
          </a:prstGeom>
          <a:solidFill>
            <a:srgbClr val="0C6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3878224"/>
            <a:ext cx="174101" cy="174101"/>
          </a:xfrm>
          <a:prstGeom prst="rect">
            <a:avLst/>
          </a:prstGeom>
        </p:spPr>
      </p:pic>
      <p:sp>
        <p:nvSpPr>
          <p:cNvPr id="154" name="Oval 153"/>
          <p:cNvSpPr/>
          <p:nvPr/>
        </p:nvSpPr>
        <p:spPr>
          <a:xfrm>
            <a:off x="548640" y="4325344"/>
            <a:ext cx="310896" cy="310896"/>
          </a:xfrm>
          <a:prstGeom prst="ellipse">
            <a:avLst/>
          </a:prstGeom>
          <a:solidFill>
            <a:srgbClr val="0C6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7" y="4393741"/>
            <a:ext cx="174101" cy="174101"/>
          </a:xfrm>
          <a:prstGeom prst="rect">
            <a:avLst/>
          </a:prstGeom>
        </p:spPr>
      </p:pic>
      <p:sp>
        <p:nvSpPr>
          <p:cNvPr id="156" name="Oval 155"/>
          <p:cNvSpPr/>
          <p:nvPr/>
        </p:nvSpPr>
        <p:spPr>
          <a:xfrm>
            <a:off x="6263640" y="3782015"/>
            <a:ext cx="310896" cy="310896"/>
          </a:xfrm>
          <a:prstGeom prst="ellipse">
            <a:avLst/>
          </a:prstGeom>
          <a:solidFill>
            <a:srgbClr val="0E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037" y="3850413"/>
            <a:ext cx="174101" cy="174101"/>
          </a:xfrm>
          <a:prstGeom prst="rect">
            <a:avLst/>
          </a:prstGeom>
        </p:spPr>
      </p:pic>
      <p:sp>
        <p:nvSpPr>
          <p:cNvPr id="158" name="Oval 157"/>
          <p:cNvSpPr/>
          <p:nvPr/>
        </p:nvSpPr>
        <p:spPr>
          <a:xfrm>
            <a:off x="6263640" y="4282016"/>
            <a:ext cx="310896" cy="310896"/>
          </a:xfrm>
          <a:prstGeom prst="ellipse">
            <a:avLst/>
          </a:prstGeom>
          <a:solidFill>
            <a:srgbClr val="0E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icon_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037" y="4350413"/>
            <a:ext cx="174101" cy="174101"/>
          </a:xfrm>
          <a:prstGeom prst="rect">
            <a:avLst/>
          </a:prstGeom>
        </p:spPr>
      </p:pic>
      <p:sp>
        <p:nvSpPr>
          <p:cNvPr id="160" name="Oval 159"/>
          <p:cNvSpPr/>
          <p:nvPr/>
        </p:nvSpPr>
        <p:spPr>
          <a:xfrm>
            <a:off x="6263640" y="4882016"/>
            <a:ext cx="310896" cy="310896"/>
          </a:xfrm>
          <a:prstGeom prst="ellipse">
            <a:avLst/>
          </a:prstGeom>
          <a:solidFill>
            <a:srgbClr val="0E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icon_m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2037" y="4950413"/>
            <a:ext cx="174101" cy="174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2F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0" y="-1828800"/>
            <a:ext cx="5486400" cy="5486400"/>
          </a:xfrm>
          <a:prstGeom prst="ellipse">
            <a:avLst/>
          </a:prstGeom>
          <a:solidFill>
            <a:srgbClr val="0C62F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0F5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Detection to decisions, the same way every time. Let's talk.</a:t>
            </a:r>
            <a:endParaRPr lang="en-US" sz="1600" dirty="0"/>
          </a:p>
        </p:txBody>
      </p:sp>
      <p:sp>
        <p:nvSpPr>
          <p:cNvPr id="6" name="Shape Divider"/>
          <p:cNvSpPr/>
          <p:nvPr/>
        </p:nvSpPr>
        <p:spPr>
          <a:xfrm>
            <a:off x="914400" y="3840480"/>
            <a:ext cx="1828800" cy="18288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Name"/>
          <p:cNvSpPr/>
          <p:nvPr/>
        </p:nvSpPr>
        <p:spPr>
          <a:xfrm>
            <a:off x="914400" y="411480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Scott Tavares</a:t>
            </a:r>
            <a:endParaRPr lang="en-US" sz="2000" dirty="0"/>
          </a:p>
        </p:txBody>
      </p:sp>
      <p:sp>
        <p:nvSpPr>
          <p:cNvPr id="8" name="Text Title"/>
          <p:cNvSpPr/>
          <p:nvPr/>
        </p:nvSpPr>
        <p:spPr>
          <a:xfrm>
            <a:off x="914400" y="4480560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Senior Principal, Adobe Multi-Solution Architect</a:t>
            </a:r>
            <a:endParaRPr lang="en-US" sz="1300" dirty="0"/>
          </a:p>
        </p:txBody>
      </p:sp>
      <p:sp>
        <p:nvSpPr>
          <p:cNvPr id="9" name="Text Company"/>
          <p:cNvSpPr/>
          <p:nvPr/>
        </p:nvSpPr>
        <p:spPr>
          <a:xfrm>
            <a:off x="914400" y="4791075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Slalom</a:t>
            </a:r>
            <a:endParaRPr lang="en-US" sz="1300" dirty="0"/>
          </a:p>
        </p:txBody>
      </p:sp>
      <p:sp>
        <p:nvSpPr>
          <p:cNvPr id="10" name="Text Email"/>
          <p:cNvSpPr/>
          <p:nvPr/>
        </p:nvSpPr>
        <p:spPr>
          <a:xfrm>
            <a:off x="914400" y="5257800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scott.tavares@slalom.com</a:t>
            </a:r>
            <a:endParaRPr lang="en-US" sz="1300" dirty="0"/>
          </a:p>
        </p:txBody>
      </p:sp>
      <p:sp>
        <p:nvSpPr>
          <p:cNvPr id="21" name="Text Copyright"/>
          <p:cNvSpPr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93B8"/>
                </a:solidFill>
              </a:rPr>
              <a:t>© Slalom. All Rights Reserved. Proprietary and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a75128-a244-4596-877b-f24828e476e2}" enabled="0" method="" siteId="{9ca75128-a244-4596-877b-f24828e476e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7438</TotalTime>
  <Words>8988</Words>
  <Application>Microsoft Office PowerPoint</Application>
  <PresentationFormat>Widescreen</PresentationFormat>
  <Paragraphs>713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Avenir Next LT Pro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Tags Configuration Audit - Amazon News</dc:title>
  <dc:subject>PptxGenJS Presentation</dc:subject>
  <dc:creator>Scott Tavares</dc:creator>
  <cp:lastModifiedBy>Scott Tavares</cp:lastModifiedBy>
  <cp:revision>3</cp:revision>
  <dcterms:created xsi:type="dcterms:W3CDTF">2026-07-13T22:20:24Z</dcterms:created>
  <dcterms:modified xsi:type="dcterms:W3CDTF">2026-07-28T17:19:58Z</dcterms:modified>
</cp:coreProperties>
</file>