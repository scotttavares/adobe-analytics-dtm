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303" r:id="rId17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10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(CSV)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safe to re-run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scoping Q&amp;A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What's running on slalom.com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the Adobe Launch migration for slalom.com.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+ Web SDK XDM schema for slalom.com.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slalom.com's Launch property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slalom.com's report suite against the property.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SEE IT IN ACTION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Prompt, and the Skill Takes Over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Name your site in plain English — the skill confirms scope, works from live data, and hands back a client-ready deck.</a:t>
            </a:r>
          </a:p>
        </p:txBody>
      </p:sp>
      <p:pic>
        <p:nvPicPr>
          <p:cNvPr id="32" name="Picture 31" descr="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691640"/>
            <a:ext cx="7845552" cy="35844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50224" y="1755648"/>
            <a:ext cx="3017520" cy="256032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JUST HAPPENED</a:t>
            </a:r>
          </a:p>
        </p:txBody>
      </p:sp>
      <p:sp>
        <p:nvSpPr>
          <p:cNvPr id="34" name="Oval 33"/>
          <p:cNvSpPr/>
          <p:nvPr/>
        </p:nvSpPr>
        <p:spPr>
          <a:xfrm>
            <a:off x="8650224" y="2084831"/>
            <a:ext cx="292608" cy="292608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2066543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You named the site.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2359151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That’s the entire prompt — </a:t>
            </a:r>
            <a:r>
              <a:rPr sz="1200" b="1">
                <a:solidFill>
                  <a:srgbClr val="17203A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37" name="Oval 36"/>
          <p:cNvSpPr/>
          <p:nvPr/>
        </p:nvSpPr>
        <p:spPr>
          <a:xfrm>
            <a:off x="8650224" y="3044952"/>
            <a:ext cx="292608" cy="292608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302666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It routed &amp; confirmed.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0848" y="331927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Picked the Adobe Tags audit and confirmed scope — no re-asking what you already said.</a:t>
            </a:r>
          </a:p>
        </p:txBody>
      </p:sp>
      <p:sp>
        <p:nvSpPr>
          <p:cNvPr id="40" name="Oval 39"/>
          <p:cNvSpPr/>
          <p:nvPr/>
        </p:nvSpPr>
        <p:spPr>
          <a:xfrm>
            <a:off x="8650224" y="4005072"/>
            <a:ext cx="292608" cy="292608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0848" y="398678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E8FA0"/>
                </a:solidFill>
                <a:latin typeface="Avenir Next LT Pro"/>
              </a:rPr>
              <a:t>It works from live data.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0848" y="427939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real headless browser detects the stack and pulls the published Launch library directly.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50224" y="50292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AF7EE"/>
          </a:solidFill>
          <a:ln w="12700">
            <a:solidFill>
              <a:srgbClr val="CDE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250" b="1">
                <a:solidFill>
                  <a:srgbClr val="17203A"/>
                </a:solidFill>
                <a:latin typeface="Avenir Next LT Pro"/>
              </a:rPr>
              <a:t>Produces </a:t>
            </a:r>
            <a:r>
              <a:rPr sz="1250" b="1">
                <a:solidFill>
                  <a:srgbClr val="2E9E5B"/>
                </a:solidFill>
                <a:latin typeface="Avenir Next LT Pro"/>
              </a:rPr>
              <a:t>a findings deck (PPTX)</a:t>
            </a:r>
            <a:r>
              <a:rPr sz="1250" b="1">
                <a:solidFill>
                  <a:srgbClr val="17203A"/>
                </a:solidFill>
                <a:latin typeface="Avenir Next LT Pro"/>
              </a:rPr>
              <a:t> in the Slalom style.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" y="5486400"/>
            <a:ext cx="7845552" cy="566928"/>
          </a:xfrm>
          <a:prstGeom prst="roundRect">
            <a:avLst>
              <a:gd name="adj" fmla="val 12000"/>
            </a:avLst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2064" y="5486400"/>
            <a:ext cx="73152" cy="56692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5486400"/>
            <a:ext cx="740664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Avenir Next LT Pro"/>
              </a:rPr>
              <a:t>Same pattern for every skill: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name the target in one line — Detect, Build, Audit, Reconcile — and the matching skill routes, confirms, and runs.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