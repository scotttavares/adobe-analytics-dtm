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9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safe to re-run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scoping Q&amp;A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solid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solid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solid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 Adobe tools does aboutamazon.com run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our DTM-to-Launch migration with consent gating and approval gates.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and Web SDK XDM schema, with universal data elements &amp; rules.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the Launch property via the Reactor API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this site's Adobe setup and turn the findings into a deck.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the report suite against the property — which eVars actually collect?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